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592"/>
  </p:normalViewPr>
  <p:slideViewPr>
    <p:cSldViewPr snapToGrid="0" snapToObjects="1">
      <p:cViewPr varScale="1">
        <p:scale>
          <a:sx n="151" d="100"/>
          <a:sy n="151" d="100"/>
        </p:scale>
        <p:origin x="15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696ABC-E28C-42B7-A8AB-B1F0C36997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84E6BF61-C0E0-4A22-8D5F-06E050BDCB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Problem: coaches and athletes need structured, trackable training workflows</a:t>
          </a:r>
        </a:p>
      </dgm:t>
    </dgm:pt>
    <dgm:pt modelId="{EF5E8ADD-38F4-4715-AD00-3CCC915804E5}" type="parTrans" cxnId="{D33AB99E-4478-44D6-8C1B-F1FBE1D5D95B}">
      <dgm:prSet/>
      <dgm:spPr/>
      <dgm:t>
        <a:bodyPr/>
        <a:lstStyle/>
        <a:p>
          <a:endParaRPr lang="en-US"/>
        </a:p>
      </dgm:t>
    </dgm:pt>
    <dgm:pt modelId="{39B137CF-CB0A-416D-B6F9-E8587DD811FD}" type="sibTrans" cxnId="{D33AB99E-4478-44D6-8C1B-F1FBE1D5D95B}">
      <dgm:prSet/>
      <dgm:spPr/>
      <dgm:t>
        <a:bodyPr/>
        <a:lstStyle/>
        <a:p>
          <a:endParaRPr lang="en-US"/>
        </a:p>
      </dgm:t>
    </dgm:pt>
    <dgm:pt modelId="{EEDEBAD3-4AA5-4CAA-9DEB-BB0E25A461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 1: role-based app for program assignment and athlete completion tracking</a:t>
          </a:r>
          <a:endParaRPr lang="en-US" dirty="0"/>
        </a:p>
      </dgm:t>
    </dgm:pt>
    <dgm:pt modelId="{CD125077-3858-485F-B7ED-092C393EA422}" type="parTrans" cxnId="{4502386F-789F-42FF-B89F-3F60B221A1FE}">
      <dgm:prSet/>
      <dgm:spPr/>
      <dgm:t>
        <a:bodyPr/>
        <a:lstStyle/>
        <a:p>
          <a:endParaRPr lang="en-US"/>
        </a:p>
      </dgm:t>
    </dgm:pt>
    <dgm:pt modelId="{223EB6F2-E2BD-421A-8EAD-3CE3E1BB8182}" type="sibTrans" cxnId="{4502386F-789F-42FF-B89F-3F60B221A1FE}">
      <dgm:prSet/>
      <dgm:spPr/>
      <dgm:t>
        <a:bodyPr/>
        <a:lstStyle/>
        <a:p>
          <a:endParaRPr lang="en-US"/>
        </a:p>
      </dgm:t>
    </dgm:pt>
    <dgm:pt modelId="{FBFD31EE-E940-45E0-9C61-971CA0293C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 2: preserve training/performance history for decision-making</a:t>
          </a:r>
        </a:p>
      </dgm:t>
    </dgm:pt>
    <dgm:pt modelId="{E542B096-3AD6-43EC-95AB-B0298480F13E}" type="parTrans" cxnId="{014C3927-3365-4793-83AE-433FF432E71B}">
      <dgm:prSet/>
      <dgm:spPr/>
      <dgm:t>
        <a:bodyPr/>
        <a:lstStyle/>
        <a:p>
          <a:endParaRPr lang="en-US"/>
        </a:p>
      </dgm:t>
    </dgm:pt>
    <dgm:pt modelId="{DC2771F0-47E8-41E9-842F-DD120B770E46}" type="sibTrans" cxnId="{014C3927-3365-4793-83AE-433FF432E71B}">
      <dgm:prSet/>
      <dgm:spPr/>
      <dgm:t>
        <a:bodyPr/>
        <a:lstStyle/>
        <a:p>
          <a:endParaRPr lang="en-US"/>
        </a:p>
      </dgm:t>
    </dgm:pt>
    <dgm:pt modelId="{308E2B1A-E4AB-4AFB-BFEF-FB6D561C01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 3: demonstrate real backend persistence (not local-only UI)</a:t>
          </a:r>
        </a:p>
      </dgm:t>
    </dgm:pt>
    <dgm:pt modelId="{1EA32901-8BD7-471D-89AB-2A018F014DE6}" type="parTrans" cxnId="{13DFA067-1876-4B6C-9C12-CC97E6E43FF5}">
      <dgm:prSet/>
      <dgm:spPr/>
      <dgm:t>
        <a:bodyPr/>
        <a:lstStyle/>
        <a:p>
          <a:endParaRPr lang="en-US"/>
        </a:p>
      </dgm:t>
    </dgm:pt>
    <dgm:pt modelId="{ACCA7D9A-DAD7-4A7E-8203-5EEB90B9CD52}" type="sibTrans" cxnId="{13DFA067-1876-4B6C-9C12-CC97E6E43FF5}">
      <dgm:prSet/>
      <dgm:spPr/>
      <dgm:t>
        <a:bodyPr/>
        <a:lstStyle/>
        <a:p>
          <a:endParaRPr lang="en-US"/>
        </a:p>
      </dgm:t>
    </dgm:pt>
    <dgm:pt modelId="{A8334E7A-40EF-4375-B21D-B5559660AE40}" type="pres">
      <dgm:prSet presAssocID="{73696ABC-E28C-42B7-A8AB-B1F0C3699704}" presName="root" presStyleCnt="0">
        <dgm:presLayoutVars>
          <dgm:dir/>
          <dgm:resizeHandles val="exact"/>
        </dgm:presLayoutVars>
      </dgm:prSet>
      <dgm:spPr/>
    </dgm:pt>
    <dgm:pt modelId="{02A8A410-F928-4F8F-8BA8-5E79849B24EC}" type="pres">
      <dgm:prSet presAssocID="{84E6BF61-C0E0-4A22-8D5F-06E050BDCB71}" presName="compNode" presStyleCnt="0"/>
      <dgm:spPr/>
    </dgm:pt>
    <dgm:pt modelId="{0C892600-EBC7-47DF-8F56-ABCF94A64B86}" type="pres">
      <dgm:prSet presAssocID="{84E6BF61-C0E0-4A22-8D5F-06E050BDCB71}" presName="bgRect" presStyleLbl="bgShp" presStyleIdx="0" presStyleCnt="4"/>
      <dgm:spPr/>
    </dgm:pt>
    <dgm:pt modelId="{21912090-F651-40FF-84BC-1F7A027FAA5E}" type="pres">
      <dgm:prSet presAssocID="{84E6BF61-C0E0-4A22-8D5F-06E050BDCB7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D822B735-530C-447F-9673-9D9B069A88D5}" type="pres">
      <dgm:prSet presAssocID="{84E6BF61-C0E0-4A22-8D5F-06E050BDCB71}" presName="spaceRect" presStyleCnt="0"/>
      <dgm:spPr/>
    </dgm:pt>
    <dgm:pt modelId="{C4E41E9D-BB03-4662-A094-3DD9FAE48E2E}" type="pres">
      <dgm:prSet presAssocID="{84E6BF61-C0E0-4A22-8D5F-06E050BDCB71}" presName="parTx" presStyleLbl="revTx" presStyleIdx="0" presStyleCnt="4">
        <dgm:presLayoutVars>
          <dgm:chMax val="0"/>
          <dgm:chPref val="0"/>
        </dgm:presLayoutVars>
      </dgm:prSet>
      <dgm:spPr/>
    </dgm:pt>
    <dgm:pt modelId="{5250C1B3-B417-4719-87BA-12E4E7A0ECCE}" type="pres">
      <dgm:prSet presAssocID="{39B137CF-CB0A-416D-B6F9-E8587DD811FD}" presName="sibTrans" presStyleCnt="0"/>
      <dgm:spPr/>
    </dgm:pt>
    <dgm:pt modelId="{E57FDF38-A648-4FAC-9C6F-5BA3E5727847}" type="pres">
      <dgm:prSet presAssocID="{EEDEBAD3-4AA5-4CAA-9DEB-BB0E25A461C9}" presName="compNode" presStyleCnt="0"/>
      <dgm:spPr/>
    </dgm:pt>
    <dgm:pt modelId="{7187FEA1-FDE7-45E5-B09B-BAE10CB615AB}" type="pres">
      <dgm:prSet presAssocID="{EEDEBAD3-4AA5-4CAA-9DEB-BB0E25A461C9}" presName="bgRect" presStyleLbl="bgShp" presStyleIdx="1" presStyleCnt="4"/>
      <dgm:spPr/>
    </dgm:pt>
    <dgm:pt modelId="{8BC6DA9C-F902-4075-9004-83B61F22FA07}" type="pres">
      <dgm:prSet presAssocID="{EEDEBAD3-4AA5-4CAA-9DEB-BB0E25A461C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 Player"/>
        </a:ext>
      </dgm:extLst>
    </dgm:pt>
    <dgm:pt modelId="{083F0F19-5FF1-40C2-B2DC-050D8DFACA18}" type="pres">
      <dgm:prSet presAssocID="{EEDEBAD3-4AA5-4CAA-9DEB-BB0E25A461C9}" presName="spaceRect" presStyleCnt="0"/>
      <dgm:spPr/>
    </dgm:pt>
    <dgm:pt modelId="{B4FEE82F-46CF-48DB-A2D8-099B1AFAEBE6}" type="pres">
      <dgm:prSet presAssocID="{EEDEBAD3-4AA5-4CAA-9DEB-BB0E25A461C9}" presName="parTx" presStyleLbl="revTx" presStyleIdx="1" presStyleCnt="4">
        <dgm:presLayoutVars>
          <dgm:chMax val="0"/>
          <dgm:chPref val="0"/>
        </dgm:presLayoutVars>
      </dgm:prSet>
      <dgm:spPr/>
    </dgm:pt>
    <dgm:pt modelId="{BAD5DA6C-99C1-4F77-BB04-F09969002AD2}" type="pres">
      <dgm:prSet presAssocID="{223EB6F2-E2BD-421A-8EAD-3CE3E1BB8182}" presName="sibTrans" presStyleCnt="0"/>
      <dgm:spPr/>
    </dgm:pt>
    <dgm:pt modelId="{46A6E624-BAA8-4C98-B28C-087D96416FA7}" type="pres">
      <dgm:prSet presAssocID="{FBFD31EE-E940-45E0-9C61-971CA0293C7D}" presName="compNode" presStyleCnt="0"/>
      <dgm:spPr/>
    </dgm:pt>
    <dgm:pt modelId="{20DC95F8-46AE-4DE2-954D-8427EAAABD9A}" type="pres">
      <dgm:prSet presAssocID="{FBFD31EE-E940-45E0-9C61-971CA0293C7D}" presName="bgRect" presStyleLbl="bgShp" presStyleIdx="2" presStyleCnt="4"/>
      <dgm:spPr/>
    </dgm:pt>
    <dgm:pt modelId="{77943411-883F-48BD-859E-E721A1F72EB7}" type="pres">
      <dgm:prSet presAssocID="{FBFD31EE-E940-45E0-9C61-971CA0293C7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8280550-CE96-4290-8756-CB5511BB5AD3}" type="pres">
      <dgm:prSet presAssocID="{FBFD31EE-E940-45E0-9C61-971CA0293C7D}" presName="spaceRect" presStyleCnt="0"/>
      <dgm:spPr/>
    </dgm:pt>
    <dgm:pt modelId="{F4F1AE80-B28C-45D2-860C-B01AE81FFFC0}" type="pres">
      <dgm:prSet presAssocID="{FBFD31EE-E940-45E0-9C61-971CA0293C7D}" presName="parTx" presStyleLbl="revTx" presStyleIdx="2" presStyleCnt="4">
        <dgm:presLayoutVars>
          <dgm:chMax val="0"/>
          <dgm:chPref val="0"/>
        </dgm:presLayoutVars>
      </dgm:prSet>
      <dgm:spPr/>
    </dgm:pt>
    <dgm:pt modelId="{D0D90CF1-FE85-4213-8966-47934BBA2256}" type="pres">
      <dgm:prSet presAssocID="{DC2771F0-47E8-41E9-842F-DD120B770E46}" presName="sibTrans" presStyleCnt="0"/>
      <dgm:spPr/>
    </dgm:pt>
    <dgm:pt modelId="{11B3EB8A-DB3F-480A-ABC1-259BAFB20C60}" type="pres">
      <dgm:prSet presAssocID="{308E2B1A-E4AB-4AFB-BFEF-FB6D561C0156}" presName="compNode" presStyleCnt="0"/>
      <dgm:spPr/>
    </dgm:pt>
    <dgm:pt modelId="{6655555F-CFC5-4DE4-B84F-2DF7DDDE7574}" type="pres">
      <dgm:prSet presAssocID="{308E2B1A-E4AB-4AFB-BFEF-FB6D561C0156}" presName="bgRect" presStyleLbl="bgShp" presStyleIdx="3" presStyleCnt="4"/>
      <dgm:spPr/>
    </dgm:pt>
    <dgm:pt modelId="{1744B05D-5F6F-4859-ADE7-B8B930C73BE9}" type="pres">
      <dgm:prSet presAssocID="{308E2B1A-E4AB-4AFB-BFEF-FB6D561C015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6358E3E-B75B-4375-B43F-F6809029CAF2}" type="pres">
      <dgm:prSet presAssocID="{308E2B1A-E4AB-4AFB-BFEF-FB6D561C0156}" presName="spaceRect" presStyleCnt="0"/>
      <dgm:spPr/>
    </dgm:pt>
    <dgm:pt modelId="{AC4A8DD0-15AF-4500-8EC6-2ADAF772083B}" type="pres">
      <dgm:prSet presAssocID="{308E2B1A-E4AB-4AFB-BFEF-FB6D561C01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94D721-D784-F441-92E3-4C31EE479DD4}" type="presOf" srcId="{EEDEBAD3-4AA5-4CAA-9DEB-BB0E25A461C9}" destId="{B4FEE82F-46CF-48DB-A2D8-099B1AFAEBE6}" srcOrd="0" destOrd="0" presId="urn:microsoft.com/office/officeart/2018/2/layout/IconVerticalSolidList"/>
    <dgm:cxn modelId="{014C3927-3365-4793-83AE-433FF432E71B}" srcId="{73696ABC-E28C-42B7-A8AB-B1F0C3699704}" destId="{FBFD31EE-E940-45E0-9C61-971CA0293C7D}" srcOrd="2" destOrd="0" parTransId="{E542B096-3AD6-43EC-95AB-B0298480F13E}" sibTransId="{DC2771F0-47E8-41E9-842F-DD120B770E46}"/>
    <dgm:cxn modelId="{AA66C83D-5345-674C-A2A2-2CF17B4E26DA}" type="presOf" srcId="{FBFD31EE-E940-45E0-9C61-971CA0293C7D}" destId="{F4F1AE80-B28C-45D2-860C-B01AE81FFFC0}" srcOrd="0" destOrd="0" presId="urn:microsoft.com/office/officeart/2018/2/layout/IconVerticalSolidList"/>
    <dgm:cxn modelId="{13DFA067-1876-4B6C-9C12-CC97E6E43FF5}" srcId="{73696ABC-E28C-42B7-A8AB-B1F0C3699704}" destId="{308E2B1A-E4AB-4AFB-BFEF-FB6D561C0156}" srcOrd="3" destOrd="0" parTransId="{1EA32901-8BD7-471D-89AB-2A018F014DE6}" sibTransId="{ACCA7D9A-DAD7-4A7E-8203-5EEB90B9CD52}"/>
    <dgm:cxn modelId="{4502386F-789F-42FF-B89F-3F60B221A1FE}" srcId="{73696ABC-E28C-42B7-A8AB-B1F0C3699704}" destId="{EEDEBAD3-4AA5-4CAA-9DEB-BB0E25A461C9}" srcOrd="1" destOrd="0" parTransId="{CD125077-3858-485F-B7ED-092C393EA422}" sibTransId="{223EB6F2-E2BD-421A-8EAD-3CE3E1BB8182}"/>
    <dgm:cxn modelId="{61A1FD8B-4EF6-5144-B520-7133D1C5EB89}" type="presOf" srcId="{73696ABC-E28C-42B7-A8AB-B1F0C3699704}" destId="{A8334E7A-40EF-4375-B21D-B5559660AE40}" srcOrd="0" destOrd="0" presId="urn:microsoft.com/office/officeart/2018/2/layout/IconVerticalSolidList"/>
    <dgm:cxn modelId="{9C598E98-7E23-5B48-BB99-B5E4B315464A}" type="presOf" srcId="{308E2B1A-E4AB-4AFB-BFEF-FB6D561C0156}" destId="{AC4A8DD0-15AF-4500-8EC6-2ADAF772083B}" srcOrd="0" destOrd="0" presId="urn:microsoft.com/office/officeart/2018/2/layout/IconVerticalSolidList"/>
    <dgm:cxn modelId="{D33AB99E-4478-44D6-8C1B-F1FBE1D5D95B}" srcId="{73696ABC-E28C-42B7-A8AB-B1F0C3699704}" destId="{84E6BF61-C0E0-4A22-8D5F-06E050BDCB71}" srcOrd="0" destOrd="0" parTransId="{EF5E8ADD-38F4-4715-AD00-3CCC915804E5}" sibTransId="{39B137CF-CB0A-416D-B6F9-E8587DD811FD}"/>
    <dgm:cxn modelId="{D867F2A7-DE6E-C24D-BA71-F021A114A45D}" type="presOf" srcId="{84E6BF61-C0E0-4A22-8D5F-06E050BDCB71}" destId="{C4E41E9D-BB03-4662-A094-3DD9FAE48E2E}" srcOrd="0" destOrd="0" presId="urn:microsoft.com/office/officeart/2018/2/layout/IconVerticalSolidList"/>
    <dgm:cxn modelId="{D8AE2F86-45D6-9B47-B136-C19C96628C57}" type="presParOf" srcId="{A8334E7A-40EF-4375-B21D-B5559660AE40}" destId="{02A8A410-F928-4F8F-8BA8-5E79849B24EC}" srcOrd="0" destOrd="0" presId="urn:microsoft.com/office/officeart/2018/2/layout/IconVerticalSolidList"/>
    <dgm:cxn modelId="{F74C3828-62EC-BC45-82E1-97C79F762ADD}" type="presParOf" srcId="{02A8A410-F928-4F8F-8BA8-5E79849B24EC}" destId="{0C892600-EBC7-47DF-8F56-ABCF94A64B86}" srcOrd="0" destOrd="0" presId="urn:microsoft.com/office/officeart/2018/2/layout/IconVerticalSolidList"/>
    <dgm:cxn modelId="{2B35F772-E776-3649-BCAE-D6DFCF1C90DB}" type="presParOf" srcId="{02A8A410-F928-4F8F-8BA8-5E79849B24EC}" destId="{21912090-F651-40FF-84BC-1F7A027FAA5E}" srcOrd="1" destOrd="0" presId="urn:microsoft.com/office/officeart/2018/2/layout/IconVerticalSolidList"/>
    <dgm:cxn modelId="{DBAE008E-DE22-6449-8A07-A2296CA575A0}" type="presParOf" srcId="{02A8A410-F928-4F8F-8BA8-5E79849B24EC}" destId="{D822B735-530C-447F-9673-9D9B069A88D5}" srcOrd="2" destOrd="0" presId="urn:microsoft.com/office/officeart/2018/2/layout/IconVerticalSolidList"/>
    <dgm:cxn modelId="{1A5878D2-7DF7-AF43-9203-5CB6DF251AA9}" type="presParOf" srcId="{02A8A410-F928-4F8F-8BA8-5E79849B24EC}" destId="{C4E41E9D-BB03-4662-A094-3DD9FAE48E2E}" srcOrd="3" destOrd="0" presId="urn:microsoft.com/office/officeart/2018/2/layout/IconVerticalSolidList"/>
    <dgm:cxn modelId="{01B6A8D4-3F88-8245-BEFE-AAA358BA0824}" type="presParOf" srcId="{A8334E7A-40EF-4375-B21D-B5559660AE40}" destId="{5250C1B3-B417-4719-87BA-12E4E7A0ECCE}" srcOrd="1" destOrd="0" presId="urn:microsoft.com/office/officeart/2018/2/layout/IconVerticalSolidList"/>
    <dgm:cxn modelId="{3558D3E8-CCCF-0542-92DC-3D3459F16C62}" type="presParOf" srcId="{A8334E7A-40EF-4375-B21D-B5559660AE40}" destId="{E57FDF38-A648-4FAC-9C6F-5BA3E5727847}" srcOrd="2" destOrd="0" presId="urn:microsoft.com/office/officeart/2018/2/layout/IconVerticalSolidList"/>
    <dgm:cxn modelId="{035B1A24-90D2-4C46-B10E-09E5B7CE0FFD}" type="presParOf" srcId="{E57FDF38-A648-4FAC-9C6F-5BA3E5727847}" destId="{7187FEA1-FDE7-45E5-B09B-BAE10CB615AB}" srcOrd="0" destOrd="0" presId="urn:microsoft.com/office/officeart/2018/2/layout/IconVerticalSolidList"/>
    <dgm:cxn modelId="{B3227D45-E83C-2E44-8163-D79890837D07}" type="presParOf" srcId="{E57FDF38-A648-4FAC-9C6F-5BA3E5727847}" destId="{8BC6DA9C-F902-4075-9004-83B61F22FA07}" srcOrd="1" destOrd="0" presId="urn:microsoft.com/office/officeart/2018/2/layout/IconVerticalSolidList"/>
    <dgm:cxn modelId="{7A4D1235-B555-4746-8A30-C965188548F0}" type="presParOf" srcId="{E57FDF38-A648-4FAC-9C6F-5BA3E5727847}" destId="{083F0F19-5FF1-40C2-B2DC-050D8DFACA18}" srcOrd="2" destOrd="0" presId="urn:microsoft.com/office/officeart/2018/2/layout/IconVerticalSolidList"/>
    <dgm:cxn modelId="{12FFD158-3425-D04C-A39D-E068A9AFB9C0}" type="presParOf" srcId="{E57FDF38-A648-4FAC-9C6F-5BA3E5727847}" destId="{B4FEE82F-46CF-48DB-A2D8-099B1AFAEBE6}" srcOrd="3" destOrd="0" presId="urn:microsoft.com/office/officeart/2018/2/layout/IconVerticalSolidList"/>
    <dgm:cxn modelId="{11AD057E-87CD-D440-B2CD-07A5336F173A}" type="presParOf" srcId="{A8334E7A-40EF-4375-B21D-B5559660AE40}" destId="{BAD5DA6C-99C1-4F77-BB04-F09969002AD2}" srcOrd="3" destOrd="0" presId="urn:microsoft.com/office/officeart/2018/2/layout/IconVerticalSolidList"/>
    <dgm:cxn modelId="{34C9D626-39DD-5F4B-AAF0-394ABF608DFB}" type="presParOf" srcId="{A8334E7A-40EF-4375-B21D-B5559660AE40}" destId="{46A6E624-BAA8-4C98-B28C-087D96416FA7}" srcOrd="4" destOrd="0" presId="urn:microsoft.com/office/officeart/2018/2/layout/IconVerticalSolidList"/>
    <dgm:cxn modelId="{AB722194-C7DA-C74C-BC6A-CAA6F1BEBE47}" type="presParOf" srcId="{46A6E624-BAA8-4C98-B28C-087D96416FA7}" destId="{20DC95F8-46AE-4DE2-954D-8427EAAABD9A}" srcOrd="0" destOrd="0" presId="urn:microsoft.com/office/officeart/2018/2/layout/IconVerticalSolidList"/>
    <dgm:cxn modelId="{B1824457-D45C-874D-97BF-4056ADFB7CA0}" type="presParOf" srcId="{46A6E624-BAA8-4C98-B28C-087D96416FA7}" destId="{77943411-883F-48BD-859E-E721A1F72EB7}" srcOrd="1" destOrd="0" presId="urn:microsoft.com/office/officeart/2018/2/layout/IconVerticalSolidList"/>
    <dgm:cxn modelId="{730BD136-ACB0-7841-80E4-CD1E0CFD924F}" type="presParOf" srcId="{46A6E624-BAA8-4C98-B28C-087D96416FA7}" destId="{78280550-CE96-4290-8756-CB5511BB5AD3}" srcOrd="2" destOrd="0" presId="urn:microsoft.com/office/officeart/2018/2/layout/IconVerticalSolidList"/>
    <dgm:cxn modelId="{E42BB7A1-D2EB-2244-9498-D46A2ED58C15}" type="presParOf" srcId="{46A6E624-BAA8-4C98-B28C-087D96416FA7}" destId="{F4F1AE80-B28C-45D2-860C-B01AE81FFFC0}" srcOrd="3" destOrd="0" presId="urn:microsoft.com/office/officeart/2018/2/layout/IconVerticalSolidList"/>
    <dgm:cxn modelId="{F5A7F9D7-A5B4-5649-B2B6-C136041562A1}" type="presParOf" srcId="{A8334E7A-40EF-4375-B21D-B5559660AE40}" destId="{D0D90CF1-FE85-4213-8966-47934BBA2256}" srcOrd="5" destOrd="0" presId="urn:microsoft.com/office/officeart/2018/2/layout/IconVerticalSolidList"/>
    <dgm:cxn modelId="{4095733F-E73B-2345-BE96-1A2C161EBFFC}" type="presParOf" srcId="{A8334E7A-40EF-4375-B21D-B5559660AE40}" destId="{11B3EB8A-DB3F-480A-ABC1-259BAFB20C60}" srcOrd="6" destOrd="0" presId="urn:microsoft.com/office/officeart/2018/2/layout/IconVerticalSolidList"/>
    <dgm:cxn modelId="{1CE6F466-EF5A-4846-8D2B-8B6627187D3B}" type="presParOf" srcId="{11B3EB8A-DB3F-480A-ABC1-259BAFB20C60}" destId="{6655555F-CFC5-4DE4-B84F-2DF7DDDE7574}" srcOrd="0" destOrd="0" presId="urn:microsoft.com/office/officeart/2018/2/layout/IconVerticalSolidList"/>
    <dgm:cxn modelId="{63600DCB-231B-BA40-BDC7-D61C75899F19}" type="presParOf" srcId="{11B3EB8A-DB3F-480A-ABC1-259BAFB20C60}" destId="{1744B05D-5F6F-4859-ADE7-B8B930C73BE9}" srcOrd="1" destOrd="0" presId="urn:microsoft.com/office/officeart/2018/2/layout/IconVerticalSolidList"/>
    <dgm:cxn modelId="{7A5E355E-D573-274E-893A-F260B9B299E9}" type="presParOf" srcId="{11B3EB8A-DB3F-480A-ABC1-259BAFB20C60}" destId="{D6358E3E-B75B-4375-B43F-F6809029CAF2}" srcOrd="2" destOrd="0" presId="urn:microsoft.com/office/officeart/2018/2/layout/IconVerticalSolidList"/>
    <dgm:cxn modelId="{5598D721-511A-FD42-BE1F-2FEA6052DE7F}" type="presParOf" srcId="{11B3EB8A-DB3F-480A-ABC1-259BAFB20C60}" destId="{AC4A8DD0-15AF-4500-8EC6-2ADAF77208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7AC7E2-F9EF-4E85-97A9-681D61B1D7D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DF050EB-A899-44E4-8C81-15FF23D1EED6}">
      <dgm:prSet/>
      <dgm:spPr/>
      <dgm:t>
        <a:bodyPr/>
        <a:lstStyle/>
        <a:p>
          <a:r>
            <a:rPr lang="en-US" dirty="0"/>
            <a:t>Frontend: React + Vite + </a:t>
          </a:r>
          <a:r>
            <a:rPr lang="en-US" dirty="0" err="1"/>
            <a:t>Chart.js</a:t>
          </a:r>
          <a:r>
            <a:rPr lang="en-US" dirty="0"/>
            <a:t> for responsive dashboard UI</a:t>
          </a:r>
        </a:p>
      </dgm:t>
    </dgm:pt>
    <dgm:pt modelId="{F2615205-45E2-4F5F-899D-B19D4D88F8B1}" type="parTrans" cxnId="{F0B442FE-EF26-4A9F-AD8F-FCE21F242650}">
      <dgm:prSet/>
      <dgm:spPr/>
      <dgm:t>
        <a:bodyPr/>
        <a:lstStyle/>
        <a:p>
          <a:endParaRPr lang="en-US"/>
        </a:p>
      </dgm:t>
    </dgm:pt>
    <dgm:pt modelId="{F9BFA62A-78BD-43F7-9460-4CE78E3AA6AB}" type="sibTrans" cxnId="{F0B442FE-EF26-4A9F-AD8F-FCE21F242650}">
      <dgm:prSet/>
      <dgm:spPr/>
      <dgm:t>
        <a:bodyPr/>
        <a:lstStyle/>
        <a:p>
          <a:endParaRPr lang="en-US"/>
        </a:p>
      </dgm:t>
    </dgm:pt>
    <dgm:pt modelId="{4BBE94E5-7757-4A6C-8B65-F9DC69DDAE43}">
      <dgm:prSet/>
      <dgm:spPr/>
      <dgm:t>
        <a:bodyPr/>
        <a:lstStyle/>
        <a:p>
          <a:r>
            <a:rPr lang="en-US"/>
            <a:t>Backend: Django REST Framework + JWT for secure API workflows</a:t>
          </a:r>
        </a:p>
      </dgm:t>
    </dgm:pt>
    <dgm:pt modelId="{3263C939-D812-439D-8943-A27F6908E83E}" type="parTrans" cxnId="{A07EC747-A99E-4D11-8227-09DA7D08E78F}">
      <dgm:prSet/>
      <dgm:spPr/>
      <dgm:t>
        <a:bodyPr/>
        <a:lstStyle/>
        <a:p>
          <a:endParaRPr lang="en-US"/>
        </a:p>
      </dgm:t>
    </dgm:pt>
    <dgm:pt modelId="{DC8C3A29-54B9-4EDF-ADEE-7242E2CD4113}" type="sibTrans" cxnId="{A07EC747-A99E-4D11-8227-09DA7D08E78F}">
      <dgm:prSet/>
      <dgm:spPr/>
      <dgm:t>
        <a:bodyPr/>
        <a:lstStyle/>
        <a:p>
          <a:endParaRPr lang="en-US"/>
        </a:p>
      </dgm:t>
    </dgm:pt>
    <dgm:pt modelId="{746434EB-A432-42AF-A435-BF13B5C3C249}">
      <dgm:prSet/>
      <dgm:spPr/>
      <dgm:t>
        <a:bodyPr/>
        <a:lstStyle/>
        <a:p>
          <a:r>
            <a:rPr lang="en-US"/>
            <a:t>Data: SQLite local, PostgreSQL-ready deployment path</a:t>
          </a:r>
        </a:p>
      </dgm:t>
    </dgm:pt>
    <dgm:pt modelId="{1A589F93-3045-4924-A451-1C66643B6F57}" type="parTrans" cxnId="{32090390-FD47-4032-B434-965DCDEAC21A}">
      <dgm:prSet/>
      <dgm:spPr/>
      <dgm:t>
        <a:bodyPr/>
        <a:lstStyle/>
        <a:p>
          <a:endParaRPr lang="en-US"/>
        </a:p>
      </dgm:t>
    </dgm:pt>
    <dgm:pt modelId="{D30AA65F-0E98-49F1-BAE4-E3E5B2D0AD43}" type="sibTrans" cxnId="{32090390-FD47-4032-B434-965DCDEAC21A}">
      <dgm:prSet/>
      <dgm:spPr/>
      <dgm:t>
        <a:bodyPr/>
        <a:lstStyle/>
        <a:p>
          <a:endParaRPr lang="en-US"/>
        </a:p>
      </dgm:t>
    </dgm:pt>
    <dgm:pt modelId="{FEC0F48F-8CEC-4421-ADBA-17E7DA6B80E9}">
      <dgm:prSet/>
      <dgm:spPr/>
      <dgm:t>
        <a:bodyPr/>
        <a:lstStyle/>
        <a:p>
          <a:r>
            <a:rPr lang="en-US"/>
            <a:t>Developer workflow: unified CLI (./bin/zw), smoke/UAT/report automation</a:t>
          </a:r>
        </a:p>
      </dgm:t>
    </dgm:pt>
    <dgm:pt modelId="{313EDE16-3C2D-42B0-B1FB-56D0E748AF92}" type="parTrans" cxnId="{90A7ED0D-51D1-4F1A-B5F6-B07158C4ADB0}">
      <dgm:prSet/>
      <dgm:spPr/>
      <dgm:t>
        <a:bodyPr/>
        <a:lstStyle/>
        <a:p>
          <a:endParaRPr lang="en-US"/>
        </a:p>
      </dgm:t>
    </dgm:pt>
    <dgm:pt modelId="{6B97BF7F-ADD5-42A2-85E5-029802669ECD}" type="sibTrans" cxnId="{90A7ED0D-51D1-4F1A-B5F6-B07158C4ADB0}">
      <dgm:prSet/>
      <dgm:spPr/>
      <dgm:t>
        <a:bodyPr/>
        <a:lstStyle/>
        <a:p>
          <a:endParaRPr lang="en-US"/>
        </a:p>
      </dgm:t>
    </dgm:pt>
    <dgm:pt modelId="{8947253C-9254-4ED4-B895-EDD408C53F7F}" type="pres">
      <dgm:prSet presAssocID="{A07AC7E2-F9EF-4E85-97A9-681D61B1D7D8}" presName="root" presStyleCnt="0">
        <dgm:presLayoutVars>
          <dgm:dir/>
          <dgm:resizeHandles val="exact"/>
        </dgm:presLayoutVars>
      </dgm:prSet>
      <dgm:spPr/>
    </dgm:pt>
    <dgm:pt modelId="{F0BFB2CE-DF69-4138-A2C9-C70C6F29AC3B}" type="pres">
      <dgm:prSet presAssocID="{A07AC7E2-F9EF-4E85-97A9-681D61B1D7D8}" presName="container" presStyleCnt="0">
        <dgm:presLayoutVars>
          <dgm:dir/>
          <dgm:resizeHandles val="exact"/>
        </dgm:presLayoutVars>
      </dgm:prSet>
      <dgm:spPr/>
    </dgm:pt>
    <dgm:pt modelId="{6952DB8D-6DDC-440E-AF0A-CD5A574EA467}" type="pres">
      <dgm:prSet presAssocID="{5DF050EB-A899-44E4-8C81-15FF23D1EED6}" presName="compNode" presStyleCnt="0"/>
      <dgm:spPr/>
    </dgm:pt>
    <dgm:pt modelId="{B0A64816-692A-4214-897F-C027EF109A89}" type="pres">
      <dgm:prSet presAssocID="{5DF050EB-A899-44E4-8C81-15FF23D1EED6}" presName="iconBgRect" presStyleLbl="bgShp" presStyleIdx="0" presStyleCnt="4"/>
      <dgm:spPr/>
    </dgm:pt>
    <dgm:pt modelId="{6FD62920-EF37-4413-9121-CEFE0A7B17B7}" type="pres">
      <dgm:prSet presAssocID="{5DF050EB-A899-44E4-8C81-15FF23D1EED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0FD6585-82AD-4016-BAE1-BAAD62FD2BC1}" type="pres">
      <dgm:prSet presAssocID="{5DF050EB-A899-44E4-8C81-15FF23D1EED6}" presName="spaceRect" presStyleCnt="0"/>
      <dgm:spPr/>
    </dgm:pt>
    <dgm:pt modelId="{6DD02745-FCA2-41AD-B2DD-6695AF2C72EA}" type="pres">
      <dgm:prSet presAssocID="{5DF050EB-A899-44E4-8C81-15FF23D1EED6}" presName="textRect" presStyleLbl="revTx" presStyleIdx="0" presStyleCnt="4">
        <dgm:presLayoutVars>
          <dgm:chMax val="1"/>
          <dgm:chPref val="1"/>
        </dgm:presLayoutVars>
      </dgm:prSet>
      <dgm:spPr/>
    </dgm:pt>
    <dgm:pt modelId="{829CFA09-4711-4EC3-847A-5A64D0FC9493}" type="pres">
      <dgm:prSet presAssocID="{F9BFA62A-78BD-43F7-9460-4CE78E3AA6AB}" presName="sibTrans" presStyleLbl="sibTrans2D1" presStyleIdx="0" presStyleCnt="0"/>
      <dgm:spPr/>
    </dgm:pt>
    <dgm:pt modelId="{A459C6E9-26E5-453B-9365-72A141DA587A}" type="pres">
      <dgm:prSet presAssocID="{4BBE94E5-7757-4A6C-8B65-F9DC69DDAE43}" presName="compNode" presStyleCnt="0"/>
      <dgm:spPr/>
    </dgm:pt>
    <dgm:pt modelId="{F321EB63-F750-4AB7-B61E-0D967EFE5777}" type="pres">
      <dgm:prSet presAssocID="{4BBE94E5-7757-4A6C-8B65-F9DC69DDAE43}" presName="iconBgRect" presStyleLbl="bgShp" presStyleIdx="1" presStyleCnt="4"/>
      <dgm:spPr/>
    </dgm:pt>
    <dgm:pt modelId="{3F329399-BA1B-437D-A574-C7B9BDC3FB18}" type="pres">
      <dgm:prSet presAssocID="{4BBE94E5-7757-4A6C-8B65-F9DC69DDAE4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B8F4093-0F2F-43FC-84CD-6DE3A2A0C958}" type="pres">
      <dgm:prSet presAssocID="{4BBE94E5-7757-4A6C-8B65-F9DC69DDAE43}" presName="spaceRect" presStyleCnt="0"/>
      <dgm:spPr/>
    </dgm:pt>
    <dgm:pt modelId="{4447C29F-E4AC-44BD-978C-B5792C92AF79}" type="pres">
      <dgm:prSet presAssocID="{4BBE94E5-7757-4A6C-8B65-F9DC69DDAE43}" presName="textRect" presStyleLbl="revTx" presStyleIdx="1" presStyleCnt="4">
        <dgm:presLayoutVars>
          <dgm:chMax val="1"/>
          <dgm:chPref val="1"/>
        </dgm:presLayoutVars>
      </dgm:prSet>
      <dgm:spPr/>
    </dgm:pt>
    <dgm:pt modelId="{C7697929-5454-44D6-B464-9775207AFE43}" type="pres">
      <dgm:prSet presAssocID="{DC8C3A29-54B9-4EDF-ADEE-7242E2CD4113}" presName="sibTrans" presStyleLbl="sibTrans2D1" presStyleIdx="0" presStyleCnt="0"/>
      <dgm:spPr/>
    </dgm:pt>
    <dgm:pt modelId="{F6E65AEC-B403-4B74-BAB0-EB893124CE2E}" type="pres">
      <dgm:prSet presAssocID="{746434EB-A432-42AF-A435-BF13B5C3C249}" presName="compNode" presStyleCnt="0"/>
      <dgm:spPr/>
    </dgm:pt>
    <dgm:pt modelId="{F3BAB8FE-4C5F-4414-A23D-1973E638739E}" type="pres">
      <dgm:prSet presAssocID="{746434EB-A432-42AF-A435-BF13B5C3C249}" presName="iconBgRect" presStyleLbl="bgShp" presStyleIdx="2" presStyleCnt="4"/>
      <dgm:spPr/>
    </dgm:pt>
    <dgm:pt modelId="{C2E2AB52-2459-4F67-84BA-A039DFAA8AC6}" type="pres">
      <dgm:prSet presAssocID="{746434EB-A432-42AF-A435-BF13B5C3C24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84D4A17-BDAA-49BB-80B3-6C0E212A6CAB}" type="pres">
      <dgm:prSet presAssocID="{746434EB-A432-42AF-A435-BF13B5C3C249}" presName="spaceRect" presStyleCnt="0"/>
      <dgm:spPr/>
    </dgm:pt>
    <dgm:pt modelId="{E642A201-D131-406C-A16D-18609EF57965}" type="pres">
      <dgm:prSet presAssocID="{746434EB-A432-42AF-A435-BF13B5C3C249}" presName="textRect" presStyleLbl="revTx" presStyleIdx="2" presStyleCnt="4">
        <dgm:presLayoutVars>
          <dgm:chMax val="1"/>
          <dgm:chPref val="1"/>
        </dgm:presLayoutVars>
      </dgm:prSet>
      <dgm:spPr/>
    </dgm:pt>
    <dgm:pt modelId="{ADE7732A-54C4-427F-BFA7-7DB7BEE4F3F9}" type="pres">
      <dgm:prSet presAssocID="{D30AA65F-0E98-49F1-BAE4-E3E5B2D0AD43}" presName="sibTrans" presStyleLbl="sibTrans2D1" presStyleIdx="0" presStyleCnt="0"/>
      <dgm:spPr/>
    </dgm:pt>
    <dgm:pt modelId="{425F7BF8-F43B-4298-A512-AC7F92B13488}" type="pres">
      <dgm:prSet presAssocID="{FEC0F48F-8CEC-4421-ADBA-17E7DA6B80E9}" presName="compNode" presStyleCnt="0"/>
      <dgm:spPr/>
    </dgm:pt>
    <dgm:pt modelId="{E5FDACD0-1125-4709-8282-171C2952FEAE}" type="pres">
      <dgm:prSet presAssocID="{FEC0F48F-8CEC-4421-ADBA-17E7DA6B80E9}" presName="iconBgRect" presStyleLbl="bgShp" presStyleIdx="3" presStyleCnt="4"/>
      <dgm:spPr/>
    </dgm:pt>
    <dgm:pt modelId="{F436AEE8-64E6-47D8-90C1-CF8B288CF7B4}" type="pres">
      <dgm:prSet presAssocID="{FEC0F48F-8CEC-4421-ADBA-17E7DA6B80E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087EF6D4-31A2-44A0-BE1F-4E17543E482E}" type="pres">
      <dgm:prSet presAssocID="{FEC0F48F-8CEC-4421-ADBA-17E7DA6B80E9}" presName="spaceRect" presStyleCnt="0"/>
      <dgm:spPr/>
    </dgm:pt>
    <dgm:pt modelId="{46B2B008-8C92-4DBC-898F-870C5240F5EF}" type="pres">
      <dgm:prSet presAssocID="{FEC0F48F-8CEC-4421-ADBA-17E7DA6B80E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0A7ED0D-51D1-4F1A-B5F6-B07158C4ADB0}" srcId="{A07AC7E2-F9EF-4E85-97A9-681D61B1D7D8}" destId="{FEC0F48F-8CEC-4421-ADBA-17E7DA6B80E9}" srcOrd="3" destOrd="0" parTransId="{313EDE16-3C2D-42B0-B1FB-56D0E748AF92}" sibTransId="{6B97BF7F-ADD5-42A2-85E5-029802669ECD}"/>
    <dgm:cxn modelId="{800F4912-18BF-429F-8EB7-2F1FB6DEFAF2}" type="presOf" srcId="{D30AA65F-0E98-49F1-BAE4-E3E5B2D0AD43}" destId="{ADE7732A-54C4-427F-BFA7-7DB7BEE4F3F9}" srcOrd="0" destOrd="0" presId="urn:microsoft.com/office/officeart/2018/2/layout/IconCircleList"/>
    <dgm:cxn modelId="{557F882A-718D-46E6-81FA-97B90A08AED5}" type="presOf" srcId="{FEC0F48F-8CEC-4421-ADBA-17E7DA6B80E9}" destId="{46B2B008-8C92-4DBC-898F-870C5240F5EF}" srcOrd="0" destOrd="0" presId="urn:microsoft.com/office/officeart/2018/2/layout/IconCircleList"/>
    <dgm:cxn modelId="{A07EC747-A99E-4D11-8227-09DA7D08E78F}" srcId="{A07AC7E2-F9EF-4E85-97A9-681D61B1D7D8}" destId="{4BBE94E5-7757-4A6C-8B65-F9DC69DDAE43}" srcOrd="1" destOrd="0" parTransId="{3263C939-D812-439D-8943-A27F6908E83E}" sibTransId="{DC8C3A29-54B9-4EDF-ADEE-7242E2CD4113}"/>
    <dgm:cxn modelId="{AACCA368-5DDB-4065-976D-3663A9579489}" type="presOf" srcId="{5DF050EB-A899-44E4-8C81-15FF23D1EED6}" destId="{6DD02745-FCA2-41AD-B2DD-6695AF2C72EA}" srcOrd="0" destOrd="0" presId="urn:microsoft.com/office/officeart/2018/2/layout/IconCircleList"/>
    <dgm:cxn modelId="{D17F0272-F17C-40D4-9614-BA72D5F71F1A}" type="presOf" srcId="{4BBE94E5-7757-4A6C-8B65-F9DC69DDAE43}" destId="{4447C29F-E4AC-44BD-978C-B5792C92AF79}" srcOrd="0" destOrd="0" presId="urn:microsoft.com/office/officeart/2018/2/layout/IconCircleList"/>
    <dgm:cxn modelId="{32090390-FD47-4032-B434-965DCDEAC21A}" srcId="{A07AC7E2-F9EF-4E85-97A9-681D61B1D7D8}" destId="{746434EB-A432-42AF-A435-BF13B5C3C249}" srcOrd="2" destOrd="0" parTransId="{1A589F93-3045-4924-A451-1C66643B6F57}" sibTransId="{D30AA65F-0E98-49F1-BAE4-E3E5B2D0AD43}"/>
    <dgm:cxn modelId="{9ADBFFAC-191A-45D1-8B8D-B9A8D47C7955}" type="presOf" srcId="{F9BFA62A-78BD-43F7-9460-4CE78E3AA6AB}" destId="{829CFA09-4711-4EC3-847A-5A64D0FC9493}" srcOrd="0" destOrd="0" presId="urn:microsoft.com/office/officeart/2018/2/layout/IconCircleList"/>
    <dgm:cxn modelId="{872BDFAE-D8BD-4607-8521-8C325CCC84BF}" type="presOf" srcId="{A07AC7E2-F9EF-4E85-97A9-681D61B1D7D8}" destId="{8947253C-9254-4ED4-B895-EDD408C53F7F}" srcOrd="0" destOrd="0" presId="urn:microsoft.com/office/officeart/2018/2/layout/IconCircleList"/>
    <dgm:cxn modelId="{8D1FA3BF-54D7-4263-A2DA-A1C012FD2B00}" type="presOf" srcId="{746434EB-A432-42AF-A435-BF13B5C3C249}" destId="{E642A201-D131-406C-A16D-18609EF57965}" srcOrd="0" destOrd="0" presId="urn:microsoft.com/office/officeart/2018/2/layout/IconCircleList"/>
    <dgm:cxn modelId="{130ED0C6-BC75-4177-ABB2-C6BD42413092}" type="presOf" srcId="{DC8C3A29-54B9-4EDF-ADEE-7242E2CD4113}" destId="{C7697929-5454-44D6-B464-9775207AFE43}" srcOrd="0" destOrd="0" presId="urn:microsoft.com/office/officeart/2018/2/layout/IconCircleList"/>
    <dgm:cxn modelId="{F0B442FE-EF26-4A9F-AD8F-FCE21F242650}" srcId="{A07AC7E2-F9EF-4E85-97A9-681D61B1D7D8}" destId="{5DF050EB-A899-44E4-8C81-15FF23D1EED6}" srcOrd="0" destOrd="0" parTransId="{F2615205-45E2-4F5F-899D-B19D4D88F8B1}" sibTransId="{F9BFA62A-78BD-43F7-9460-4CE78E3AA6AB}"/>
    <dgm:cxn modelId="{77C1A713-24D2-44E0-8526-693E99C3E326}" type="presParOf" srcId="{8947253C-9254-4ED4-B895-EDD408C53F7F}" destId="{F0BFB2CE-DF69-4138-A2C9-C70C6F29AC3B}" srcOrd="0" destOrd="0" presId="urn:microsoft.com/office/officeart/2018/2/layout/IconCircleList"/>
    <dgm:cxn modelId="{477A6EBB-9B51-4FCC-816C-633961C5A3C0}" type="presParOf" srcId="{F0BFB2CE-DF69-4138-A2C9-C70C6F29AC3B}" destId="{6952DB8D-6DDC-440E-AF0A-CD5A574EA467}" srcOrd="0" destOrd="0" presId="urn:microsoft.com/office/officeart/2018/2/layout/IconCircleList"/>
    <dgm:cxn modelId="{4185C7FA-2FC3-45F5-85BF-7ED81A4CE57C}" type="presParOf" srcId="{6952DB8D-6DDC-440E-AF0A-CD5A574EA467}" destId="{B0A64816-692A-4214-897F-C027EF109A89}" srcOrd="0" destOrd="0" presId="urn:microsoft.com/office/officeart/2018/2/layout/IconCircleList"/>
    <dgm:cxn modelId="{20AC343E-6056-4802-BD58-4F2D36965EB9}" type="presParOf" srcId="{6952DB8D-6DDC-440E-AF0A-CD5A574EA467}" destId="{6FD62920-EF37-4413-9121-CEFE0A7B17B7}" srcOrd="1" destOrd="0" presId="urn:microsoft.com/office/officeart/2018/2/layout/IconCircleList"/>
    <dgm:cxn modelId="{50EFBCB6-A198-4A29-92D3-756CAF5CBB01}" type="presParOf" srcId="{6952DB8D-6DDC-440E-AF0A-CD5A574EA467}" destId="{E0FD6585-82AD-4016-BAE1-BAAD62FD2BC1}" srcOrd="2" destOrd="0" presId="urn:microsoft.com/office/officeart/2018/2/layout/IconCircleList"/>
    <dgm:cxn modelId="{4C9CEEFD-6DD9-46A6-8811-09FAA5309400}" type="presParOf" srcId="{6952DB8D-6DDC-440E-AF0A-CD5A574EA467}" destId="{6DD02745-FCA2-41AD-B2DD-6695AF2C72EA}" srcOrd="3" destOrd="0" presId="urn:microsoft.com/office/officeart/2018/2/layout/IconCircleList"/>
    <dgm:cxn modelId="{F36634BE-7513-4C34-A229-1CC7254C4DD8}" type="presParOf" srcId="{F0BFB2CE-DF69-4138-A2C9-C70C6F29AC3B}" destId="{829CFA09-4711-4EC3-847A-5A64D0FC9493}" srcOrd="1" destOrd="0" presId="urn:microsoft.com/office/officeart/2018/2/layout/IconCircleList"/>
    <dgm:cxn modelId="{9F433BB8-338E-419C-BDA4-FB598B041E7E}" type="presParOf" srcId="{F0BFB2CE-DF69-4138-A2C9-C70C6F29AC3B}" destId="{A459C6E9-26E5-453B-9365-72A141DA587A}" srcOrd="2" destOrd="0" presId="urn:microsoft.com/office/officeart/2018/2/layout/IconCircleList"/>
    <dgm:cxn modelId="{D49777ED-CDE2-4F27-A8DF-8F623FF8ED08}" type="presParOf" srcId="{A459C6E9-26E5-453B-9365-72A141DA587A}" destId="{F321EB63-F750-4AB7-B61E-0D967EFE5777}" srcOrd="0" destOrd="0" presId="urn:microsoft.com/office/officeart/2018/2/layout/IconCircleList"/>
    <dgm:cxn modelId="{A0FCFDD5-C23F-494B-AECB-9FA89897B9D3}" type="presParOf" srcId="{A459C6E9-26E5-453B-9365-72A141DA587A}" destId="{3F329399-BA1B-437D-A574-C7B9BDC3FB18}" srcOrd="1" destOrd="0" presId="urn:microsoft.com/office/officeart/2018/2/layout/IconCircleList"/>
    <dgm:cxn modelId="{13F4348C-3D4F-4ED2-92E1-ED857852F67E}" type="presParOf" srcId="{A459C6E9-26E5-453B-9365-72A141DA587A}" destId="{4B8F4093-0F2F-43FC-84CD-6DE3A2A0C958}" srcOrd="2" destOrd="0" presId="urn:microsoft.com/office/officeart/2018/2/layout/IconCircleList"/>
    <dgm:cxn modelId="{D5156172-E52B-4611-81DB-9D538EFD3567}" type="presParOf" srcId="{A459C6E9-26E5-453B-9365-72A141DA587A}" destId="{4447C29F-E4AC-44BD-978C-B5792C92AF79}" srcOrd="3" destOrd="0" presId="urn:microsoft.com/office/officeart/2018/2/layout/IconCircleList"/>
    <dgm:cxn modelId="{89029081-3D11-4D19-98FA-F7472C964B80}" type="presParOf" srcId="{F0BFB2CE-DF69-4138-A2C9-C70C6F29AC3B}" destId="{C7697929-5454-44D6-B464-9775207AFE43}" srcOrd="3" destOrd="0" presId="urn:microsoft.com/office/officeart/2018/2/layout/IconCircleList"/>
    <dgm:cxn modelId="{E34949EB-E714-4FDB-B7FF-9CDE6E0FB6BC}" type="presParOf" srcId="{F0BFB2CE-DF69-4138-A2C9-C70C6F29AC3B}" destId="{F6E65AEC-B403-4B74-BAB0-EB893124CE2E}" srcOrd="4" destOrd="0" presId="urn:microsoft.com/office/officeart/2018/2/layout/IconCircleList"/>
    <dgm:cxn modelId="{E79756C5-0010-42B1-95B0-179AD98A1C1C}" type="presParOf" srcId="{F6E65AEC-B403-4B74-BAB0-EB893124CE2E}" destId="{F3BAB8FE-4C5F-4414-A23D-1973E638739E}" srcOrd="0" destOrd="0" presId="urn:microsoft.com/office/officeart/2018/2/layout/IconCircleList"/>
    <dgm:cxn modelId="{8731F175-0EC2-41DA-B446-E3D7741DDE71}" type="presParOf" srcId="{F6E65AEC-B403-4B74-BAB0-EB893124CE2E}" destId="{C2E2AB52-2459-4F67-84BA-A039DFAA8AC6}" srcOrd="1" destOrd="0" presId="urn:microsoft.com/office/officeart/2018/2/layout/IconCircleList"/>
    <dgm:cxn modelId="{86BEDD9E-D4E5-4807-8695-2B8A4587F292}" type="presParOf" srcId="{F6E65AEC-B403-4B74-BAB0-EB893124CE2E}" destId="{884D4A17-BDAA-49BB-80B3-6C0E212A6CAB}" srcOrd="2" destOrd="0" presId="urn:microsoft.com/office/officeart/2018/2/layout/IconCircleList"/>
    <dgm:cxn modelId="{FBD8A1A6-4AA6-444C-8D88-15E7565D3833}" type="presParOf" srcId="{F6E65AEC-B403-4B74-BAB0-EB893124CE2E}" destId="{E642A201-D131-406C-A16D-18609EF57965}" srcOrd="3" destOrd="0" presId="urn:microsoft.com/office/officeart/2018/2/layout/IconCircleList"/>
    <dgm:cxn modelId="{8AD5209A-F920-43C4-AC79-B5C906BA3C02}" type="presParOf" srcId="{F0BFB2CE-DF69-4138-A2C9-C70C6F29AC3B}" destId="{ADE7732A-54C4-427F-BFA7-7DB7BEE4F3F9}" srcOrd="5" destOrd="0" presId="urn:microsoft.com/office/officeart/2018/2/layout/IconCircleList"/>
    <dgm:cxn modelId="{9844467B-167C-4F8C-969C-5B38F403DA13}" type="presParOf" srcId="{F0BFB2CE-DF69-4138-A2C9-C70C6F29AC3B}" destId="{425F7BF8-F43B-4298-A512-AC7F92B13488}" srcOrd="6" destOrd="0" presId="urn:microsoft.com/office/officeart/2018/2/layout/IconCircleList"/>
    <dgm:cxn modelId="{801BA90A-2C54-4B25-8334-B83AFA20111C}" type="presParOf" srcId="{425F7BF8-F43B-4298-A512-AC7F92B13488}" destId="{E5FDACD0-1125-4709-8282-171C2952FEAE}" srcOrd="0" destOrd="0" presId="urn:microsoft.com/office/officeart/2018/2/layout/IconCircleList"/>
    <dgm:cxn modelId="{A173B7A3-EDB7-4648-A0F3-5BE35043837E}" type="presParOf" srcId="{425F7BF8-F43B-4298-A512-AC7F92B13488}" destId="{F436AEE8-64E6-47D8-90C1-CF8B288CF7B4}" srcOrd="1" destOrd="0" presId="urn:microsoft.com/office/officeart/2018/2/layout/IconCircleList"/>
    <dgm:cxn modelId="{B2F2818E-58F4-4B65-983E-D39885CC2541}" type="presParOf" srcId="{425F7BF8-F43B-4298-A512-AC7F92B13488}" destId="{087EF6D4-31A2-44A0-BE1F-4E17543E482E}" srcOrd="2" destOrd="0" presId="urn:microsoft.com/office/officeart/2018/2/layout/IconCircleList"/>
    <dgm:cxn modelId="{FDC7FDDC-4195-4542-BEC4-95EF671E1497}" type="presParOf" srcId="{425F7BF8-F43B-4298-A512-AC7F92B13488}" destId="{46B2B008-8C92-4DBC-898F-870C5240F5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8BF5B5-8897-46CB-99F9-40874D659F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5C7834B-D0CD-4BCB-A58E-23DBA0BE51E6}">
      <dgm:prSet/>
      <dgm:spPr/>
      <dgm:t>
        <a:bodyPr/>
        <a:lstStyle/>
        <a:p>
          <a:r>
            <a:rPr lang="en-US"/>
            <a:t>A full-stack project is stronger when reliability workflows are built in early</a:t>
          </a:r>
        </a:p>
      </dgm:t>
    </dgm:pt>
    <dgm:pt modelId="{18200C62-DEC2-4998-AF49-28952EECE555}" type="parTrans" cxnId="{4EABFC76-5C54-4D40-9251-1097531C57C0}">
      <dgm:prSet/>
      <dgm:spPr/>
      <dgm:t>
        <a:bodyPr/>
        <a:lstStyle/>
        <a:p>
          <a:endParaRPr lang="en-US"/>
        </a:p>
      </dgm:t>
    </dgm:pt>
    <dgm:pt modelId="{4E5517AB-32E6-44AA-B2B5-674AD4F37E61}" type="sibTrans" cxnId="{4EABFC76-5C54-4D40-9251-1097531C57C0}">
      <dgm:prSet/>
      <dgm:spPr/>
      <dgm:t>
        <a:bodyPr/>
        <a:lstStyle/>
        <a:p>
          <a:endParaRPr lang="en-US"/>
        </a:p>
      </dgm:t>
    </dgm:pt>
    <dgm:pt modelId="{BF182834-F9E2-4C78-9C17-948A7B669CA7}">
      <dgm:prSet/>
      <dgm:spPr/>
      <dgm:t>
        <a:bodyPr/>
        <a:lstStyle/>
        <a:p>
          <a:r>
            <a:rPr lang="en-US"/>
            <a:t>Actionable analytics matter only when data capture and persistence are trustworthy</a:t>
          </a:r>
        </a:p>
      </dgm:t>
    </dgm:pt>
    <dgm:pt modelId="{5AB9D23E-08F8-4AF9-A2A9-0237983D574C}" type="parTrans" cxnId="{218F0BC1-F4B4-4A58-9EF6-B70471D08CA7}">
      <dgm:prSet/>
      <dgm:spPr/>
      <dgm:t>
        <a:bodyPr/>
        <a:lstStyle/>
        <a:p>
          <a:endParaRPr lang="en-US"/>
        </a:p>
      </dgm:t>
    </dgm:pt>
    <dgm:pt modelId="{E2EA4D08-B5AF-448A-BAB1-6EBA45D2513B}" type="sibTrans" cxnId="{218F0BC1-F4B4-4A58-9EF6-B70471D08CA7}">
      <dgm:prSet/>
      <dgm:spPr/>
      <dgm:t>
        <a:bodyPr/>
        <a:lstStyle/>
        <a:p>
          <a:endParaRPr lang="en-US"/>
        </a:p>
      </dgm:t>
    </dgm:pt>
    <dgm:pt modelId="{953028A3-0AFE-4617-9765-8B3C0D353F47}" type="pres">
      <dgm:prSet presAssocID="{248BF5B5-8897-46CB-99F9-40874D659F62}" presName="root" presStyleCnt="0">
        <dgm:presLayoutVars>
          <dgm:dir/>
          <dgm:resizeHandles val="exact"/>
        </dgm:presLayoutVars>
      </dgm:prSet>
      <dgm:spPr/>
    </dgm:pt>
    <dgm:pt modelId="{E5C1800F-5FBA-4C3D-BF0D-C9E5435A2086}" type="pres">
      <dgm:prSet presAssocID="{B5C7834B-D0CD-4BCB-A58E-23DBA0BE51E6}" presName="compNode" presStyleCnt="0"/>
      <dgm:spPr/>
    </dgm:pt>
    <dgm:pt modelId="{45B61B1A-7498-4399-8EAF-C291048F7E2E}" type="pres">
      <dgm:prSet presAssocID="{B5C7834B-D0CD-4BCB-A58E-23DBA0BE51E6}" presName="bgRect" presStyleLbl="bgShp" presStyleIdx="0" presStyleCnt="2"/>
      <dgm:spPr/>
    </dgm:pt>
    <dgm:pt modelId="{481B36EC-D63A-4713-BA6E-C4BC608B55E1}" type="pres">
      <dgm:prSet presAssocID="{B5C7834B-D0CD-4BCB-A58E-23DBA0BE51E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6296EA9-862D-4070-938A-AF96E0DF6E08}" type="pres">
      <dgm:prSet presAssocID="{B5C7834B-D0CD-4BCB-A58E-23DBA0BE51E6}" presName="spaceRect" presStyleCnt="0"/>
      <dgm:spPr/>
    </dgm:pt>
    <dgm:pt modelId="{2B61C1B7-93DD-4901-B0CD-CE1D3B70BD3C}" type="pres">
      <dgm:prSet presAssocID="{B5C7834B-D0CD-4BCB-A58E-23DBA0BE51E6}" presName="parTx" presStyleLbl="revTx" presStyleIdx="0" presStyleCnt="2">
        <dgm:presLayoutVars>
          <dgm:chMax val="0"/>
          <dgm:chPref val="0"/>
        </dgm:presLayoutVars>
      </dgm:prSet>
      <dgm:spPr/>
    </dgm:pt>
    <dgm:pt modelId="{093FC81C-A761-4EA0-AEE8-499A0BEFB5CA}" type="pres">
      <dgm:prSet presAssocID="{4E5517AB-32E6-44AA-B2B5-674AD4F37E61}" presName="sibTrans" presStyleCnt="0"/>
      <dgm:spPr/>
    </dgm:pt>
    <dgm:pt modelId="{0C2C8288-4230-405A-9E67-A2E59764E560}" type="pres">
      <dgm:prSet presAssocID="{BF182834-F9E2-4C78-9C17-948A7B669CA7}" presName="compNode" presStyleCnt="0"/>
      <dgm:spPr/>
    </dgm:pt>
    <dgm:pt modelId="{C935EDDC-60A2-4581-AC36-525B110E3244}" type="pres">
      <dgm:prSet presAssocID="{BF182834-F9E2-4C78-9C17-948A7B669CA7}" presName="bgRect" presStyleLbl="bgShp" presStyleIdx="1" presStyleCnt="2"/>
      <dgm:spPr/>
    </dgm:pt>
    <dgm:pt modelId="{776A3FC7-0FB8-4155-9E6C-04743A2B8B9E}" type="pres">
      <dgm:prSet presAssocID="{BF182834-F9E2-4C78-9C17-948A7B669CA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B4FB0DC-B247-45C5-8206-BBDBCB17F59E}" type="pres">
      <dgm:prSet presAssocID="{BF182834-F9E2-4C78-9C17-948A7B669CA7}" presName="spaceRect" presStyleCnt="0"/>
      <dgm:spPr/>
    </dgm:pt>
    <dgm:pt modelId="{4D9F9D68-F6FC-4C65-AF6C-CA139FEFE067}" type="pres">
      <dgm:prSet presAssocID="{BF182834-F9E2-4C78-9C17-948A7B669CA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9905A1D-9799-411B-AAFD-C5B1867C9D04}" type="presOf" srcId="{B5C7834B-D0CD-4BCB-A58E-23DBA0BE51E6}" destId="{2B61C1B7-93DD-4901-B0CD-CE1D3B70BD3C}" srcOrd="0" destOrd="0" presId="urn:microsoft.com/office/officeart/2018/2/layout/IconVerticalSolidList"/>
    <dgm:cxn modelId="{4EABFC76-5C54-4D40-9251-1097531C57C0}" srcId="{248BF5B5-8897-46CB-99F9-40874D659F62}" destId="{B5C7834B-D0CD-4BCB-A58E-23DBA0BE51E6}" srcOrd="0" destOrd="0" parTransId="{18200C62-DEC2-4998-AF49-28952EECE555}" sibTransId="{4E5517AB-32E6-44AA-B2B5-674AD4F37E61}"/>
    <dgm:cxn modelId="{78C24BAB-2E83-4866-8D6F-11CDD862EE6F}" type="presOf" srcId="{BF182834-F9E2-4C78-9C17-948A7B669CA7}" destId="{4D9F9D68-F6FC-4C65-AF6C-CA139FEFE067}" srcOrd="0" destOrd="0" presId="urn:microsoft.com/office/officeart/2018/2/layout/IconVerticalSolidList"/>
    <dgm:cxn modelId="{218F0BC1-F4B4-4A58-9EF6-B70471D08CA7}" srcId="{248BF5B5-8897-46CB-99F9-40874D659F62}" destId="{BF182834-F9E2-4C78-9C17-948A7B669CA7}" srcOrd="1" destOrd="0" parTransId="{5AB9D23E-08F8-4AF9-A2A9-0237983D574C}" sibTransId="{E2EA4D08-B5AF-448A-BAB1-6EBA45D2513B}"/>
    <dgm:cxn modelId="{B1AE25F9-8324-4602-BEEC-84E92DEB2C84}" type="presOf" srcId="{248BF5B5-8897-46CB-99F9-40874D659F62}" destId="{953028A3-0AFE-4617-9765-8B3C0D353F47}" srcOrd="0" destOrd="0" presId="urn:microsoft.com/office/officeart/2018/2/layout/IconVerticalSolidList"/>
    <dgm:cxn modelId="{122C8FD4-F3AB-4FB7-A20A-01FECD8BF336}" type="presParOf" srcId="{953028A3-0AFE-4617-9765-8B3C0D353F47}" destId="{E5C1800F-5FBA-4C3D-BF0D-C9E5435A2086}" srcOrd="0" destOrd="0" presId="urn:microsoft.com/office/officeart/2018/2/layout/IconVerticalSolidList"/>
    <dgm:cxn modelId="{777C9CF5-130A-48A4-BF84-0643E38D8F32}" type="presParOf" srcId="{E5C1800F-5FBA-4C3D-BF0D-C9E5435A2086}" destId="{45B61B1A-7498-4399-8EAF-C291048F7E2E}" srcOrd="0" destOrd="0" presId="urn:microsoft.com/office/officeart/2018/2/layout/IconVerticalSolidList"/>
    <dgm:cxn modelId="{94A3553C-0C00-4280-8488-8B38754513F2}" type="presParOf" srcId="{E5C1800F-5FBA-4C3D-BF0D-C9E5435A2086}" destId="{481B36EC-D63A-4713-BA6E-C4BC608B55E1}" srcOrd="1" destOrd="0" presId="urn:microsoft.com/office/officeart/2018/2/layout/IconVerticalSolidList"/>
    <dgm:cxn modelId="{77319BD2-4C94-4F3C-A695-CF64807D2E4E}" type="presParOf" srcId="{E5C1800F-5FBA-4C3D-BF0D-C9E5435A2086}" destId="{26296EA9-862D-4070-938A-AF96E0DF6E08}" srcOrd="2" destOrd="0" presId="urn:microsoft.com/office/officeart/2018/2/layout/IconVerticalSolidList"/>
    <dgm:cxn modelId="{C2C9DFE7-72D0-4789-986A-43FDAAC9BC95}" type="presParOf" srcId="{E5C1800F-5FBA-4C3D-BF0D-C9E5435A2086}" destId="{2B61C1B7-93DD-4901-B0CD-CE1D3B70BD3C}" srcOrd="3" destOrd="0" presId="urn:microsoft.com/office/officeart/2018/2/layout/IconVerticalSolidList"/>
    <dgm:cxn modelId="{8A223C7F-B122-45D2-9693-9B472EB7F764}" type="presParOf" srcId="{953028A3-0AFE-4617-9765-8B3C0D353F47}" destId="{093FC81C-A761-4EA0-AEE8-499A0BEFB5CA}" srcOrd="1" destOrd="0" presId="urn:microsoft.com/office/officeart/2018/2/layout/IconVerticalSolidList"/>
    <dgm:cxn modelId="{786327C1-9408-46E3-83EE-815D1C9D4309}" type="presParOf" srcId="{953028A3-0AFE-4617-9765-8B3C0D353F47}" destId="{0C2C8288-4230-405A-9E67-A2E59764E560}" srcOrd="2" destOrd="0" presId="urn:microsoft.com/office/officeart/2018/2/layout/IconVerticalSolidList"/>
    <dgm:cxn modelId="{407806BE-42D6-4A62-BB7A-F667CB341A59}" type="presParOf" srcId="{0C2C8288-4230-405A-9E67-A2E59764E560}" destId="{C935EDDC-60A2-4581-AC36-525B110E3244}" srcOrd="0" destOrd="0" presId="urn:microsoft.com/office/officeart/2018/2/layout/IconVerticalSolidList"/>
    <dgm:cxn modelId="{3C901339-1DAC-4E9C-B56A-77F8509A161F}" type="presParOf" srcId="{0C2C8288-4230-405A-9E67-A2E59764E560}" destId="{776A3FC7-0FB8-4155-9E6C-04743A2B8B9E}" srcOrd="1" destOrd="0" presId="urn:microsoft.com/office/officeart/2018/2/layout/IconVerticalSolidList"/>
    <dgm:cxn modelId="{8A1892CE-14A0-4F1F-B372-1B0984EE740C}" type="presParOf" srcId="{0C2C8288-4230-405A-9E67-A2E59764E560}" destId="{5B4FB0DC-B247-45C5-8206-BBDBCB17F59E}" srcOrd="2" destOrd="0" presId="urn:microsoft.com/office/officeart/2018/2/layout/IconVerticalSolidList"/>
    <dgm:cxn modelId="{6F90B734-6E5E-4F05-BFED-A1AF76EEC0CF}" type="presParOf" srcId="{0C2C8288-4230-405A-9E67-A2E59764E560}" destId="{4D9F9D68-F6FC-4C65-AF6C-CA139FEFE0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92600-EBC7-47DF-8F56-ABCF94A64B86}">
      <dsp:nvSpPr>
        <dsp:cNvPr id="0" name=""/>
        <dsp:cNvSpPr/>
      </dsp:nvSpPr>
      <dsp:spPr>
        <a:xfrm>
          <a:off x="0" y="1950"/>
          <a:ext cx="4563818" cy="9884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12090-F651-40FF-84BC-1F7A027FAA5E}">
      <dsp:nvSpPr>
        <dsp:cNvPr id="0" name=""/>
        <dsp:cNvSpPr/>
      </dsp:nvSpPr>
      <dsp:spPr>
        <a:xfrm>
          <a:off x="299003" y="224349"/>
          <a:ext cx="543643" cy="5436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41E9D-BB03-4662-A094-3DD9FAE48E2E}">
      <dsp:nvSpPr>
        <dsp:cNvPr id="0" name=""/>
        <dsp:cNvSpPr/>
      </dsp:nvSpPr>
      <dsp:spPr>
        <a:xfrm>
          <a:off x="1141650" y="1950"/>
          <a:ext cx="3422167" cy="988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10" tIns="104610" rIns="104610" bIns="10461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Problem: coaches and athletes need structured, trackable training workflows</a:t>
          </a:r>
        </a:p>
      </dsp:txBody>
      <dsp:txXfrm>
        <a:off x="1141650" y="1950"/>
        <a:ext cx="3422167" cy="988441"/>
      </dsp:txXfrm>
    </dsp:sp>
    <dsp:sp modelId="{7187FEA1-FDE7-45E5-B09B-BAE10CB615AB}">
      <dsp:nvSpPr>
        <dsp:cNvPr id="0" name=""/>
        <dsp:cNvSpPr/>
      </dsp:nvSpPr>
      <dsp:spPr>
        <a:xfrm>
          <a:off x="0" y="1237502"/>
          <a:ext cx="4563818" cy="988441"/>
        </a:xfrm>
        <a:prstGeom prst="roundRect">
          <a:avLst>
            <a:gd name="adj" fmla="val 10000"/>
          </a:avLst>
        </a:prstGeom>
        <a:solidFill>
          <a:schemeClr val="accent5">
            <a:hueOff val="-561544"/>
            <a:satOff val="-2648"/>
            <a:lumOff val="6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6DA9C-F902-4075-9004-83B61F22FA07}">
      <dsp:nvSpPr>
        <dsp:cNvPr id="0" name=""/>
        <dsp:cNvSpPr/>
      </dsp:nvSpPr>
      <dsp:spPr>
        <a:xfrm>
          <a:off x="299003" y="1459902"/>
          <a:ext cx="543643" cy="5436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EE82F-46CF-48DB-A2D8-099B1AFAEBE6}">
      <dsp:nvSpPr>
        <dsp:cNvPr id="0" name=""/>
        <dsp:cNvSpPr/>
      </dsp:nvSpPr>
      <dsp:spPr>
        <a:xfrm>
          <a:off x="1141650" y="1237502"/>
          <a:ext cx="3422167" cy="988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10" tIns="104610" rIns="104610" bIns="10461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 1: role-based app for program assignment and athlete completion tracking</a:t>
          </a:r>
          <a:endParaRPr lang="en-US" sz="1700" kern="1200" dirty="0"/>
        </a:p>
      </dsp:txBody>
      <dsp:txXfrm>
        <a:off x="1141650" y="1237502"/>
        <a:ext cx="3422167" cy="988441"/>
      </dsp:txXfrm>
    </dsp:sp>
    <dsp:sp modelId="{20DC95F8-46AE-4DE2-954D-8427EAAABD9A}">
      <dsp:nvSpPr>
        <dsp:cNvPr id="0" name=""/>
        <dsp:cNvSpPr/>
      </dsp:nvSpPr>
      <dsp:spPr>
        <a:xfrm>
          <a:off x="0" y="2473055"/>
          <a:ext cx="4563818" cy="988441"/>
        </a:xfrm>
        <a:prstGeom prst="roundRect">
          <a:avLst>
            <a:gd name="adj" fmla="val 10000"/>
          </a:avLst>
        </a:prstGeom>
        <a:solidFill>
          <a:schemeClr val="accent5">
            <a:hueOff val="-1123087"/>
            <a:satOff val="-5296"/>
            <a:lumOff val="13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43411-883F-48BD-859E-E721A1F72EB7}">
      <dsp:nvSpPr>
        <dsp:cNvPr id="0" name=""/>
        <dsp:cNvSpPr/>
      </dsp:nvSpPr>
      <dsp:spPr>
        <a:xfrm>
          <a:off x="299003" y="2695454"/>
          <a:ext cx="543643" cy="5436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1AE80-B28C-45D2-860C-B01AE81FFFC0}">
      <dsp:nvSpPr>
        <dsp:cNvPr id="0" name=""/>
        <dsp:cNvSpPr/>
      </dsp:nvSpPr>
      <dsp:spPr>
        <a:xfrm>
          <a:off x="1141650" y="2473055"/>
          <a:ext cx="3422167" cy="988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10" tIns="104610" rIns="104610" bIns="10461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 2: preserve training/performance history for decision-making</a:t>
          </a:r>
        </a:p>
      </dsp:txBody>
      <dsp:txXfrm>
        <a:off x="1141650" y="2473055"/>
        <a:ext cx="3422167" cy="988441"/>
      </dsp:txXfrm>
    </dsp:sp>
    <dsp:sp modelId="{6655555F-CFC5-4DE4-B84F-2DF7DDDE7574}">
      <dsp:nvSpPr>
        <dsp:cNvPr id="0" name=""/>
        <dsp:cNvSpPr/>
      </dsp:nvSpPr>
      <dsp:spPr>
        <a:xfrm>
          <a:off x="0" y="3708607"/>
          <a:ext cx="4563818" cy="988441"/>
        </a:xfrm>
        <a:prstGeom prst="roundRect">
          <a:avLst>
            <a:gd name="adj" fmla="val 10000"/>
          </a:avLst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4B05D-5F6F-4859-ADE7-B8B930C73BE9}">
      <dsp:nvSpPr>
        <dsp:cNvPr id="0" name=""/>
        <dsp:cNvSpPr/>
      </dsp:nvSpPr>
      <dsp:spPr>
        <a:xfrm>
          <a:off x="299003" y="3931007"/>
          <a:ext cx="543643" cy="5436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A8DD0-15AF-4500-8EC6-2ADAF772083B}">
      <dsp:nvSpPr>
        <dsp:cNvPr id="0" name=""/>
        <dsp:cNvSpPr/>
      </dsp:nvSpPr>
      <dsp:spPr>
        <a:xfrm>
          <a:off x="1141650" y="3708607"/>
          <a:ext cx="3422167" cy="988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10" tIns="104610" rIns="104610" bIns="10461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 3: demonstrate real backend persistence (not local-only UI)</a:t>
          </a:r>
        </a:p>
      </dsp:txBody>
      <dsp:txXfrm>
        <a:off x="1141650" y="3708607"/>
        <a:ext cx="3422167" cy="9884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64816-692A-4214-897F-C027EF109A89}">
      <dsp:nvSpPr>
        <dsp:cNvPr id="0" name=""/>
        <dsp:cNvSpPr/>
      </dsp:nvSpPr>
      <dsp:spPr>
        <a:xfrm>
          <a:off x="150787" y="631438"/>
          <a:ext cx="913700" cy="9137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62920-EF37-4413-9121-CEFE0A7B17B7}">
      <dsp:nvSpPr>
        <dsp:cNvPr id="0" name=""/>
        <dsp:cNvSpPr/>
      </dsp:nvSpPr>
      <dsp:spPr>
        <a:xfrm>
          <a:off x="342664" y="823315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02745-FCA2-41AD-B2DD-6695AF2C72EA}">
      <dsp:nvSpPr>
        <dsp:cNvPr id="0" name=""/>
        <dsp:cNvSpPr/>
      </dsp:nvSpPr>
      <dsp:spPr>
        <a:xfrm>
          <a:off x="1260281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Frontend: React + Vite + </a:t>
          </a:r>
          <a:r>
            <a:rPr lang="en-US" sz="1700" kern="1200" dirty="0" err="1"/>
            <a:t>Chart.js</a:t>
          </a:r>
          <a:r>
            <a:rPr lang="en-US" sz="1700" kern="1200" dirty="0"/>
            <a:t> for responsive dashboard UI</a:t>
          </a:r>
        </a:p>
      </dsp:txBody>
      <dsp:txXfrm>
        <a:off x="1260281" y="631438"/>
        <a:ext cx="2153723" cy="913700"/>
      </dsp:txXfrm>
    </dsp:sp>
    <dsp:sp modelId="{F321EB63-F750-4AB7-B61E-0D967EFE5777}">
      <dsp:nvSpPr>
        <dsp:cNvPr id="0" name=""/>
        <dsp:cNvSpPr/>
      </dsp:nvSpPr>
      <dsp:spPr>
        <a:xfrm>
          <a:off x="3789275" y="631438"/>
          <a:ext cx="913700" cy="9137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29399-BA1B-437D-A574-C7B9BDC3FB18}">
      <dsp:nvSpPr>
        <dsp:cNvPr id="0" name=""/>
        <dsp:cNvSpPr/>
      </dsp:nvSpPr>
      <dsp:spPr>
        <a:xfrm>
          <a:off x="3981152" y="823315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7C29F-E4AC-44BD-978C-B5792C92AF79}">
      <dsp:nvSpPr>
        <dsp:cNvPr id="0" name=""/>
        <dsp:cNvSpPr/>
      </dsp:nvSpPr>
      <dsp:spPr>
        <a:xfrm>
          <a:off x="4898769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Backend: Django REST Framework + JWT for secure API workflows</a:t>
          </a:r>
        </a:p>
      </dsp:txBody>
      <dsp:txXfrm>
        <a:off x="4898769" y="631438"/>
        <a:ext cx="2153723" cy="913700"/>
      </dsp:txXfrm>
    </dsp:sp>
    <dsp:sp modelId="{F3BAB8FE-4C5F-4414-A23D-1973E638739E}">
      <dsp:nvSpPr>
        <dsp:cNvPr id="0" name=""/>
        <dsp:cNvSpPr/>
      </dsp:nvSpPr>
      <dsp:spPr>
        <a:xfrm>
          <a:off x="150787" y="2178087"/>
          <a:ext cx="913700" cy="913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2AB52-2459-4F67-84BA-A039DFAA8AC6}">
      <dsp:nvSpPr>
        <dsp:cNvPr id="0" name=""/>
        <dsp:cNvSpPr/>
      </dsp:nvSpPr>
      <dsp:spPr>
        <a:xfrm>
          <a:off x="342664" y="2369964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2A201-D131-406C-A16D-18609EF57965}">
      <dsp:nvSpPr>
        <dsp:cNvPr id="0" name=""/>
        <dsp:cNvSpPr/>
      </dsp:nvSpPr>
      <dsp:spPr>
        <a:xfrm>
          <a:off x="1260281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Data: SQLite local, PostgreSQL-ready deployment path</a:t>
          </a:r>
        </a:p>
      </dsp:txBody>
      <dsp:txXfrm>
        <a:off x="1260281" y="2178087"/>
        <a:ext cx="2153723" cy="913700"/>
      </dsp:txXfrm>
    </dsp:sp>
    <dsp:sp modelId="{E5FDACD0-1125-4709-8282-171C2952FEAE}">
      <dsp:nvSpPr>
        <dsp:cNvPr id="0" name=""/>
        <dsp:cNvSpPr/>
      </dsp:nvSpPr>
      <dsp:spPr>
        <a:xfrm>
          <a:off x="3789275" y="2178087"/>
          <a:ext cx="913700" cy="913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6AEE8-64E6-47D8-90C1-CF8B288CF7B4}">
      <dsp:nvSpPr>
        <dsp:cNvPr id="0" name=""/>
        <dsp:cNvSpPr/>
      </dsp:nvSpPr>
      <dsp:spPr>
        <a:xfrm>
          <a:off x="3981152" y="2369964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2B008-8C92-4DBC-898F-870C5240F5EF}">
      <dsp:nvSpPr>
        <dsp:cNvPr id="0" name=""/>
        <dsp:cNvSpPr/>
      </dsp:nvSpPr>
      <dsp:spPr>
        <a:xfrm>
          <a:off x="4898769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Developer workflow: unified CLI (./bin/zw), smoke/UAT/report automation</a:t>
          </a:r>
        </a:p>
      </dsp:txBody>
      <dsp:txXfrm>
        <a:off x="4898769" y="2178087"/>
        <a:ext cx="2153723" cy="9137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61B1A-7498-4399-8EAF-C291048F7E2E}">
      <dsp:nvSpPr>
        <dsp:cNvPr id="0" name=""/>
        <dsp:cNvSpPr/>
      </dsp:nvSpPr>
      <dsp:spPr>
        <a:xfrm>
          <a:off x="0" y="605024"/>
          <a:ext cx="7203281" cy="11169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B36EC-D63A-4713-BA6E-C4BC608B55E1}">
      <dsp:nvSpPr>
        <dsp:cNvPr id="0" name=""/>
        <dsp:cNvSpPr/>
      </dsp:nvSpPr>
      <dsp:spPr>
        <a:xfrm>
          <a:off x="337882" y="856342"/>
          <a:ext cx="614332" cy="6143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1C1B7-93DD-4901-B0CD-CE1D3B70BD3C}">
      <dsp:nvSpPr>
        <dsp:cNvPr id="0" name=""/>
        <dsp:cNvSpPr/>
      </dsp:nvSpPr>
      <dsp:spPr>
        <a:xfrm>
          <a:off x="1290098" y="605024"/>
          <a:ext cx="5913182" cy="1116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12" tIns="118212" rIns="118212" bIns="11821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full-stack project is stronger when reliability workflows are built in early</a:t>
          </a:r>
        </a:p>
      </dsp:txBody>
      <dsp:txXfrm>
        <a:off x="1290098" y="605024"/>
        <a:ext cx="5913182" cy="1116968"/>
      </dsp:txXfrm>
    </dsp:sp>
    <dsp:sp modelId="{C935EDDC-60A2-4581-AC36-525B110E3244}">
      <dsp:nvSpPr>
        <dsp:cNvPr id="0" name=""/>
        <dsp:cNvSpPr/>
      </dsp:nvSpPr>
      <dsp:spPr>
        <a:xfrm>
          <a:off x="0" y="2001234"/>
          <a:ext cx="7203281" cy="11169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A3FC7-0FB8-4155-9E6C-04743A2B8B9E}">
      <dsp:nvSpPr>
        <dsp:cNvPr id="0" name=""/>
        <dsp:cNvSpPr/>
      </dsp:nvSpPr>
      <dsp:spPr>
        <a:xfrm>
          <a:off x="337882" y="2252552"/>
          <a:ext cx="614332" cy="6143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F9D68-F6FC-4C65-AF6C-CA139FEFE067}">
      <dsp:nvSpPr>
        <dsp:cNvPr id="0" name=""/>
        <dsp:cNvSpPr/>
      </dsp:nvSpPr>
      <dsp:spPr>
        <a:xfrm>
          <a:off x="1290098" y="2001234"/>
          <a:ext cx="5913182" cy="1116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12" tIns="118212" rIns="118212" bIns="11821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Actionable analytics matter only when data capture and persistence are trustworthy</a:t>
          </a:r>
        </a:p>
      </dsp:txBody>
      <dsp:txXfrm>
        <a:off x="1290098" y="2001234"/>
        <a:ext cx="5913182" cy="1116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587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0:00-0:45 Intro. Name, role, and post-graduation direction: software/platform engineering with DevOps and secure systems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0:45-1:30 Keep this personal and confident. Connect background to project choices and career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1:30-2:15 Emphasize two big ideas: (1) reliable workflow system, (2) meaningful training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2:15-3:15 Focus on why each choice fit speed + correctness +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3:15-4:00 Mention the stack boundary: React -&gt; REST endpoints -&gt; DRF serializers -&gt;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5:30-6:45 Frame accomplishments against original goals. Mention roadblocks were resolved, not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6:45-7:45 This slide is key for "lessons learned" rubric. Show practical engineering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7:45-8:30 Slow down here; this is your memorable synthesis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8:30-9:15 Tie directly to post-grad plan and professional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9:15-10:00 Strong close. Leave margin for 5 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1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05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81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6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1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0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24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51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18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5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B17F6-592B-45CB-96F6-705C9825A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9300" y="802298"/>
            <a:ext cx="5364459" cy="5116985"/>
          </a:xfrm>
        </p:spPr>
        <p:txBody>
          <a:bodyPr anchor="ctr">
            <a:normAutofit/>
          </a:bodyPr>
          <a:lstStyle/>
          <a:p>
            <a:r>
              <a:rPr lang="en-US" dirty="0"/>
              <a:t>115 Weightlifting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264" y="802298"/>
            <a:ext cx="2550880" cy="5116985"/>
          </a:xfrm>
        </p:spPr>
        <p:txBody>
          <a:bodyPr anchor="ctr">
            <a:normAutofit/>
          </a:bodyPr>
          <a:lstStyle/>
          <a:p>
            <a:pPr algn="r"/>
            <a:r>
              <a:rPr lang="en-US" sz="2400" dirty="0"/>
              <a:t>Addy Cruz</a:t>
            </a:r>
          </a:p>
          <a:p>
            <a:pPr algn="r"/>
            <a:r>
              <a:rPr lang="en-US" sz="700" dirty="0"/>
              <a:t>Westminster university</a:t>
            </a:r>
          </a:p>
          <a:p>
            <a:pPr algn="r"/>
            <a:r>
              <a:rPr lang="en-US" sz="700" dirty="0"/>
              <a:t>Computer science capstone | Class of 2026 instructor: Dr. hu Helen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9284E7-0823-472D-9963-18D89DFE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760590"/>
            <a:ext cx="0" cy="3200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pPr algn="r"/>
            <a:r>
              <a:rPr lang="en-US" sz="3000" dirty="0"/>
              <a:t>About Me: Post-Graduation Plan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0"/>
            <a:ext cx="4597502" cy="6858000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1800" dirty="0"/>
              <a:t>B.S. Computer Science (Westminster University, May 2026) </a:t>
            </a:r>
          </a:p>
          <a:p>
            <a:pPr>
              <a:defRPr sz="2400"/>
            </a:pPr>
            <a:r>
              <a:rPr lang="en-US" sz="1800" dirty="0"/>
              <a:t>B.S. Professional Flight (Purdue University, May 2020)</a:t>
            </a:r>
          </a:p>
          <a:p>
            <a:pPr>
              <a:defRPr sz="2400"/>
            </a:pPr>
            <a:r>
              <a:rPr lang="en-US" sz="1800" dirty="0"/>
              <a:t>B.S. Aviation Management (Purdue University, May 2020)</a:t>
            </a:r>
          </a:p>
          <a:p>
            <a:pPr>
              <a:defRPr sz="2400"/>
            </a:pPr>
            <a:r>
              <a:rPr lang="en-US" sz="1800" dirty="0"/>
              <a:t>USAF veteran; security-minded operations background</a:t>
            </a:r>
          </a:p>
          <a:p>
            <a:pPr>
              <a:defRPr sz="2400"/>
            </a:pPr>
            <a:r>
              <a:rPr lang="en-US" sz="1800" dirty="0"/>
              <a:t>Team USA: Masters Men’s 85kg </a:t>
            </a:r>
            <a:r>
              <a:rPr lang="en-US" sz="1800" i="1" dirty="0"/>
              <a:t>(35-40: 2026)</a:t>
            </a:r>
          </a:p>
          <a:p>
            <a:pPr>
              <a:defRPr sz="2400"/>
            </a:pPr>
            <a:r>
              <a:rPr lang="en-US" sz="1800" dirty="0"/>
              <a:t>Career direction: platform/software engineering with DevOps focus</a:t>
            </a:r>
          </a:p>
          <a:p>
            <a:pPr>
              <a:defRPr sz="2400"/>
            </a:pPr>
            <a:r>
              <a:rPr lang="en-US" sz="1800" dirty="0"/>
              <a:t>This project reflects that path: full-stack delivery + reliability discipline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59AC5-2ABE-4A12-DA4D-CA88E36FF94F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rPr lang="en-US"/>
              <a:t>Project Context and Goals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7076DE-AE11-9EFA-1DEF-4CBFF384C0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691070"/>
              </p:ext>
            </p:extLst>
          </p:nvPr>
        </p:nvGraphicFramePr>
        <p:xfrm>
          <a:off x="3732477" y="1193800"/>
          <a:ext cx="4563818" cy="469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9F7933-E4F3-13E2-85E1-57B9793067B4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115 WEIGHTLIFTING | Addy Cruz</a:t>
            </a:r>
            <a:endParaRPr lang="en-US" sz="8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 algn="ctr"/>
            <a:r>
              <a:rPr dirty="0"/>
              <a:t>Technology Choices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EBCCD0-D7C7-2EC8-BF66-C9937869F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382079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E9421D-4DE4-A2F5-ACAD-A2B719CEFFCF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Architecture and Core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195" y="1240077"/>
            <a:ext cx="4526120" cy="4916465"/>
          </a:xfrm>
        </p:spPr>
        <p:txBody>
          <a:bodyPr anchor="t">
            <a:normAutofit lnSpcReduction="10000"/>
          </a:bodyPr>
          <a:lstStyle/>
          <a:p>
            <a:pPr>
              <a:defRPr sz="2400"/>
            </a:pPr>
            <a:r>
              <a:rPr lang="en-US" sz="2400" dirty="0"/>
              <a:t>Coach logs in:</a:t>
            </a:r>
          </a:p>
          <a:p>
            <a:pPr lvl="1">
              <a:defRPr sz="2400"/>
            </a:pPr>
            <a:r>
              <a:rPr lang="en-US" sz="2000" dirty="0"/>
              <a:t> Role-gated dashboard</a:t>
            </a:r>
          </a:p>
          <a:p>
            <a:pPr>
              <a:defRPr sz="2400"/>
            </a:pPr>
            <a:r>
              <a:rPr lang="en-US" sz="2400" dirty="0"/>
              <a:t>Coach creates/assigns weekly program to athlete</a:t>
            </a:r>
          </a:p>
          <a:p>
            <a:pPr>
              <a:defRPr sz="2400"/>
            </a:pPr>
            <a:r>
              <a:rPr lang="en-US" sz="2400" dirty="0"/>
              <a:t>Athlete logs </a:t>
            </a:r>
          </a:p>
          <a:p>
            <a:pPr lvl="1">
              <a:defRPr sz="2400"/>
            </a:pPr>
            <a:r>
              <a:rPr lang="en-US" sz="2000" dirty="0"/>
              <a:t>Completion</a:t>
            </a:r>
          </a:p>
          <a:p>
            <a:pPr lvl="1">
              <a:defRPr sz="2400"/>
            </a:pPr>
            <a:r>
              <a:rPr lang="en-US" sz="2000" dirty="0"/>
              <a:t>Workouts</a:t>
            </a:r>
          </a:p>
          <a:p>
            <a:pPr lvl="1">
              <a:defRPr sz="2400"/>
            </a:pPr>
            <a:r>
              <a:rPr lang="en-US" sz="2000" dirty="0"/>
              <a:t>PR entries</a:t>
            </a:r>
          </a:p>
          <a:p>
            <a:pPr>
              <a:defRPr sz="2400"/>
            </a:pPr>
            <a:r>
              <a:rPr lang="en-US" sz="2400" dirty="0"/>
              <a:t>API persists data:</a:t>
            </a:r>
          </a:p>
          <a:p>
            <a:pPr lvl="1">
              <a:defRPr sz="2400"/>
            </a:pPr>
            <a:r>
              <a:rPr lang="en-US" sz="2000" dirty="0"/>
              <a:t>Dashboards render trends and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53F5F-86AD-9C4C-8C1F-AA125E396740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8454B2E-D2DB-42C2-A224-BCEC47B86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B61146-1CF0-40E1-B66E-C22BD920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30F6A-549D-5A11-2414-D969B15E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40" y="802298"/>
            <a:ext cx="6817399" cy="3822329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6600" dirty="0"/>
              <a:t>Demo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E5065C-30A9-480A-9E93-74CC14902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32546" y="4735528"/>
            <a:ext cx="648225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2F948680-1810-4961-805C-D0C28E7E9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6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-2"/>
            <a:ext cx="3046596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0878" y="1240076"/>
            <a:ext cx="2045859" cy="4584527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Accomplishments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1240077"/>
            <a:ext cx="4526120" cy="4916465"/>
          </a:xfrm>
        </p:spPr>
        <p:txBody>
          <a:bodyPr anchor="t">
            <a:normAutofit/>
          </a:bodyPr>
          <a:lstStyle/>
          <a:p>
            <a:pPr>
              <a:defRPr sz="2400"/>
            </a:pPr>
            <a:r>
              <a:rPr lang="en-US" sz="1600" dirty="0"/>
              <a:t>Implemented end-to-end coach/athlete workflow with API integration</a:t>
            </a:r>
          </a:p>
          <a:p>
            <a:pPr>
              <a:defRPr sz="2400"/>
            </a:pPr>
            <a:r>
              <a:rPr lang="en-US" sz="1600" dirty="0"/>
              <a:t>Added PR history and trend visualization for performance tracking</a:t>
            </a:r>
          </a:p>
          <a:p>
            <a:pPr>
              <a:defRPr sz="2400"/>
            </a:pPr>
            <a:r>
              <a:rPr lang="en-US" sz="1600" dirty="0"/>
              <a:t>Built safer ops workflow: </a:t>
            </a:r>
          </a:p>
          <a:p>
            <a:pPr lvl="1">
              <a:defRPr sz="2400"/>
            </a:pPr>
            <a:r>
              <a:rPr lang="en-US" sz="1200" dirty="0"/>
              <a:t>Logic-the-heck-out-of-it</a:t>
            </a:r>
          </a:p>
          <a:p>
            <a:pPr lvl="1">
              <a:defRPr sz="2400"/>
            </a:pPr>
            <a:r>
              <a:rPr lang="en-US" sz="1200" dirty="0"/>
              <a:t>make-demo: </a:t>
            </a:r>
            <a:r>
              <a:rPr lang="en-US" sz="1200" b="1" i="1" dirty="0"/>
              <a:t>solve small problems </a:t>
            </a:r>
            <a:r>
              <a:rPr lang="en-US" sz="1200" dirty="0"/>
              <a:t>then propagate</a:t>
            </a:r>
          </a:p>
          <a:p>
            <a:pPr lvl="2">
              <a:defRPr sz="2400"/>
            </a:pPr>
            <a:r>
              <a:rPr lang="en-US" sz="1200" dirty="0"/>
              <a:t>smoke – UAT - report</a:t>
            </a:r>
          </a:p>
          <a:p>
            <a:pPr>
              <a:defRPr sz="2400"/>
            </a:pPr>
            <a:r>
              <a:rPr lang="en-US" sz="1600" dirty="0"/>
              <a:t>Validated key flows with smoke checks and backend/frontend build checks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2A738-8560-6013-A4F6-D9DABCC11DDA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 sz="2500" dirty="0"/>
              <a:t>Roadblocks and Lessons Learned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3129159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defRPr sz="2400"/>
            </a:pPr>
            <a:r>
              <a:rPr lang="en-US" sz="1500" dirty="0"/>
              <a:t>Roadblock: keeping frontend and backend contracts aligned during iteration</a:t>
            </a:r>
          </a:p>
          <a:p>
            <a:pPr lvl="1">
              <a:lnSpc>
                <a:spcPct val="110000"/>
              </a:lnSpc>
              <a:defRPr sz="2400"/>
            </a:pPr>
            <a:r>
              <a:rPr lang="en-US" sz="1500" i="1" dirty="0"/>
              <a:t>Fix: explicit serializers, endpoint contracts, and repeatable smoke checks</a:t>
            </a:r>
          </a:p>
          <a:p>
            <a:pPr>
              <a:lnSpc>
                <a:spcPct val="110000"/>
              </a:lnSpc>
              <a:defRPr sz="2400"/>
            </a:pPr>
            <a:r>
              <a:rPr lang="en-US" sz="1500" dirty="0"/>
              <a:t>Roadblock: demo data realism and consistency</a:t>
            </a:r>
          </a:p>
          <a:p>
            <a:pPr lvl="1">
              <a:lnSpc>
                <a:spcPct val="110000"/>
              </a:lnSpc>
              <a:defRPr sz="2400"/>
            </a:pPr>
            <a:r>
              <a:rPr lang="en-US" sz="1500" i="1" dirty="0"/>
              <a:t>Fix: scripted seed/backfill workflow and canonical demo roster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32248E18-BA23-0DC8-C83C-B7E3971BF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808" y="1275798"/>
            <a:ext cx="3720331" cy="37203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33E520-C68B-FD7A-B6A4-A049AF7266F9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Two Big Ideas to Remember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F3C1FC-EC0A-A13A-2E07-49BE1B336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11613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99C0F2-2AD3-D078-A94C-489611CCB470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(Post-Capstone)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400"/>
            </a:pPr>
            <a:r>
              <a:t>Security hardening and deployment polish for production readiness</a:t>
            </a:r>
          </a:p>
          <a:p>
            <a:pPr>
              <a:defRPr sz="2400"/>
            </a:pPr>
            <a:r>
              <a:t>Expanded coach analytics and athlete progression insights</a:t>
            </a:r>
          </a:p>
          <a:p>
            <a:pPr>
              <a:defRPr sz="2400"/>
            </a:pPr>
            <a:r>
              <a:t>Usability improvements based on demo feedback</a:t>
            </a:r>
          </a:p>
          <a:p>
            <a:pPr>
              <a:defRPr sz="2400"/>
            </a:pPr>
            <a:r>
              <a:t>Continue this as portfolio evidence for platform/DevOps roles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C28A2-AD12-4D51-FD05-68D44ED56819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rPr lang="en-US" sz="2700" dirty="0"/>
              <a:t>Conclusion + Q&amp;A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2400" dirty="0">
                <a:solidFill>
                  <a:schemeClr val="bg1"/>
                </a:solidFill>
              </a:rPr>
              <a:t>Recap: </a:t>
            </a:r>
          </a:p>
          <a:p>
            <a:pPr lvl="1">
              <a:defRPr sz="2400"/>
            </a:pPr>
            <a:r>
              <a:rPr lang="en-US" sz="2000" dirty="0">
                <a:solidFill>
                  <a:schemeClr val="bg1"/>
                </a:solidFill>
              </a:rPr>
              <a:t>role-based workflow</a:t>
            </a:r>
          </a:p>
          <a:p>
            <a:pPr lvl="1">
              <a:defRPr sz="2400"/>
            </a:pPr>
            <a:r>
              <a:rPr lang="en-US" sz="2000" dirty="0">
                <a:solidFill>
                  <a:schemeClr val="bg1"/>
                </a:solidFill>
              </a:rPr>
              <a:t>persistent backend</a:t>
            </a:r>
          </a:p>
          <a:p>
            <a:pPr lvl="1">
              <a:defRPr sz="2400"/>
            </a:pPr>
            <a:r>
              <a:rPr lang="en-US" sz="2000" dirty="0">
                <a:solidFill>
                  <a:schemeClr val="bg1"/>
                </a:solidFill>
              </a:rPr>
              <a:t>useful training analytics</a:t>
            </a:r>
          </a:p>
          <a:p>
            <a:pPr>
              <a:defRPr sz="2400"/>
            </a:pPr>
            <a:r>
              <a:rPr lang="en-US" sz="2400" dirty="0">
                <a:solidFill>
                  <a:schemeClr val="bg1"/>
                </a:solidFill>
              </a:rPr>
              <a:t>Project delivered meaningful full-stack capability with measurable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84070-0279-24B8-7244-042B6A484D19}"/>
              </a:ext>
            </a:extLst>
          </p:cNvPr>
          <p:cNvSpPr txBox="1"/>
          <p:nvPr/>
        </p:nvSpPr>
        <p:spPr>
          <a:xfrm>
            <a:off x="633356" y="6270217"/>
            <a:ext cx="312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115 WEIGHTLIFTING | Addy Cruz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8454B2E-D2DB-42C2-A224-BCEC47B86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B61146-1CF0-40E1-B66E-C22BD920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4D023-759A-8949-AF25-49F11954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40" y="802298"/>
            <a:ext cx="6817399" cy="3822329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6600"/>
              <a:t>Questions?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E5065C-30A9-480A-9E93-74CC14902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32546" y="4735528"/>
            <a:ext cx="648225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2F948680-1810-4961-805C-D0C28E7E9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304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292</TotalTime>
  <Words>617</Words>
  <Application>Microsoft Macintosh PowerPoint</Application>
  <PresentationFormat>On-screen Show (4:3)</PresentationFormat>
  <Paragraphs>80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115 Weightlifting</vt:lpstr>
      <vt:lpstr>About Me: Post-Graduation Plan</vt:lpstr>
      <vt:lpstr>Project Context and Goals</vt:lpstr>
      <vt:lpstr>Technology Choices</vt:lpstr>
      <vt:lpstr>Architecture and Core Flow</vt:lpstr>
      <vt:lpstr>Demo</vt:lpstr>
      <vt:lpstr>Accomplishments and Results</vt:lpstr>
      <vt:lpstr>Roadblocks and Lessons Learned</vt:lpstr>
      <vt:lpstr>Two Big Ideas to Remember</vt:lpstr>
      <vt:lpstr>Next Steps (Post-Capstone)</vt:lpstr>
      <vt:lpstr>Conclusion + Q&amp;A</vt:lpstr>
      <vt:lpstr>Questions?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Addy Cruz</cp:lastModifiedBy>
  <cp:revision>5</cp:revision>
  <dcterms:created xsi:type="dcterms:W3CDTF">2013-01-27T09:14:16Z</dcterms:created>
  <dcterms:modified xsi:type="dcterms:W3CDTF">2026-04-24T18:22:37Z</dcterms:modified>
  <cp:category/>
</cp:coreProperties>
</file>